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0"/>
    <p:sldId id="267" r:id="rId9"/>
    <p:sldId id="268" r:id="rId8"/>
    <p:sldId id="269" r:id="rId7"/>
    <p:sldId id="270" r:id="rId6"/>
    <p:sldId id="271" r:id="rId5"/>
    <p:sldId id="272" r:id="rId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30752-EE42-4274-948E-AF932005F112}" v="31" dt="2026-09-28T09:05:59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4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6.xml"/><Relationship Id="rId5" Type="http://schemas.openxmlformats.org/officeDocument/2006/relationships/slide" Target="slides/slide15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1058868446a@gmail.com" userId="b28250bd2b7e88d3" providerId="LiveId" clId="{E3826418-E712-43D4-9CD5-F35E812D8224}"/>
    <pc:docChg chg="undo custSel addSld delSld modSld">
      <pc:chgData name="01058868446a@gmail.com" userId="b28250bd2b7e88d3" providerId="LiveId" clId="{E3826418-E712-43D4-9CD5-F35E812D8224}" dt="2026-09-28T09:08:26.164" v="2193" actId="20577"/>
      <pc:docMkLst>
        <pc:docMk/>
      </pc:docMkLst>
      <pc:sldChg chg="modSp mod">
        <pc:chgData name="01058868446a@gmail.com" userId="b28250bd2b7e88d3" providerId="LiveId" clId="{E3826418-E712-43D4-9CD5-F35E812D8224}" dt="2026-09-28T07:53:31.792" v="26" actId="20577"/>
        <pc:sldMkLst>
          <pc:docMk/>
          <pc:sldMk cId="1133772404" sldId="256"/>
        </pc:sldMkLst>
        <pc:spChg chg="mod">
          <ac:chgData name="01058868446a@gmail.com" userId="b28250bd2b7e88d3" providerId="LiveId" clId="{E3826418-E712-43D4-9CD5-F35E812D8224}" dt="2026-09-28T07:53:31.792" v="26" actId="20577"/>
          <ac:spMkLst>
            <pc:docMk/>
            <pc:sldMk cId="1133772404" sldId="256"/>
            <ac:spMk id="3" creationId="{00000000-0000-0000-0000-000000000000}"/>
          </ac:spMkLst>
        </pc:spChg>
      </pc:sldChg>
      <pc:sldChg chg="addSp delSp modSp del mod">
        <pc:chgData name="01058868446a@gmail.com" userId="b28250bd2b7e88d3" providerId="LiveId" clId="{E3826418-E712-43D4-9CD5-F35E812D8224}" dt="2026-09-28T07:59:30.818" v="529" actId="47"/>
        <pc:sldMkLst>
          <pc:docMk/>
          <pc:sldMk cId="1602938022" sldId="257"/>
        </pc:sldMkLst>
        <pc:spChg chg="del mod">
          <ac:chgData name="01058868446a@gmail.com" userId="b28250bd2b7e88d3" providerId="LiveId" clId="{E3826418-E712-43D4-9CD5-F35E812D8224}" dt="2026-09-28T07:59:21.446" v="525" actId="478"/>
          <ac:spMkLst>
            <pc:docMk/>
            <pc:sldMk cId="1602938022" sldId="257"/>
            <ac:spMk id="2" creationId="{00000000-0000-0000-0000-000000000000}"/>
          </ac:spMkLst>
        </pc:spChg>
        <pc:spChg chg="add del mod">
          <ac:chgData name="01058868446a@gmail.com" userId="b28250bd2b7e88d3" providerId="LiveId" clId="{E3826418-E712-43D4-9CD5-F35E812D8224}" dt="2026-09-28T07:59:22.989" v="528"/>
          <ac:spMkLst>
            <pc:docMk/>
            <pc:sldMk cId="1602938022" sldId="257"/>
            <ac:spMk id="4" creationId="{C7A6C7BD-46D8-C15C-04F0-3E113F5D914C}"/>
          </ac:spMkLst>
        </pc:spChg>
      </pc:sldChg>
      <pc:sldChg chg="addSp delSp modSp mod">
        <pc:chgData name="01058868446a@gmail.com" userId="b28250bd2b7e88d3" providerId="LiveId" clId="{E3826418-E712-43D4-9CD5-F35E812D8224}" dt="2026-09-28T07:59:05.964" v="522" actId="20577"/>
        <pc:sldMkLst>
          <pc:docMk/>
          <pc:sldMk cId="460081103" sldId="258"/>
        </pc:sldMkLst>
        <pc:spChg chg="del mod">
          <ac:chgData name="01058868446a@gmail.com" userId="b28250bd2b7e88d3" providerId="LiveId" clId="{E3826418-E712-43D4-9CD5-F35E812D8224}" dt="2026-09-28T07:53:43.520" v="37" actId="478"/>
          <ac:spMkLst>
            <pc:docMk/>
            <pc:sldMk cId="460081103" sldId="258"/>
            <ac:spMk id="3" creationId="{00000000-0000-0000-0000-000000000000}"/>
          </ac:spMkLst>
        </pc:spChg>
        <pc:spChg chg="add del mod">
          <ac:chgData name="01058868446a@gmail.com" userId="b28250bd2b7e88d3" providerId="LiveId" clId="{E3826418-E712-43D4-9CD5-F35E812D8224}" dt="2026-09-28T07:59:05.964" v="522" actId="20577"/>
          <ac:spMkLst>
            <pc:docMk/>
            <pc:sldMk cId="460081103" sldId="258"/>
            <ac:spMk id="4" creationId="{00000000-0000-0000-0000-000000000000}"/>
          </ac:spMkLst>
        </pc:spChg>
        <pc:spChg chg="add del mod">
          <ac:chgData name="01058868446a@gmail.com" userId="b28250bd2b7e88d3" providerId="LiveId" clId="{E3826418-E712-43D4-9CD5-F35E812D8224}" dt="2026-09-28T07:57:26.168" v="208" actId="767"/>
          <ac:spMkLst>
            <pc:docMk/>
            <pc:sldMk cId="460081103" sldId="258"/>
            <ac:spMk id="5" creationId="{DC9B6BFA-0E9A-22D6-6DD0-102821849427}"/>
          </ac:spMkLst>
        </pc:spChg>
      </pc:sldChg>
      <pc:sldChg chg="addSp delSp modSp add mod">
        <pc:chgData name="01058868446a@gmail.com" userId="b28250bd2b7e88d3" providerId="LiveId" clId="{E3826418-E712-43D4-9CD5-F35E812D8224}" dt="2026-09-28T07:59:56.126" v="540" actId="478"/>
        <pc:sldMkLst>
          <pc:docMk/>
          <pc:sldMk cId="4181550118" sldId="259"/>
        </pc:sldMkLst>
        <pc:spChg chg="mod">
          <ac:chgData name="01058868446a@gmail.com" userId="b28250bd2b7e88d3" providerId="LiveId" clId="{E3826418-E712-43D4-9CD5-F35E812D8224}" dt="2026-09-28T07:59:34.886" v="538" actId="20577"/>
          <ac:spMkLst>
            <pc:docMk/>
            <pc:sldMk cId="4181550118" sldId="259"/>
            <ac:spMk id="2" creationId="{1EFAD20C-969B-7846-E65A-F71A0EEAECE6}"/>
          </ac:spMkLst>
        </pc:spChg>
        <pc:spChg chg="del">
          <ac:chgData name="01058868446a@gmail.com" userId="b28250bd2b7e88d3" providerId="LiveId" clId="{E3826418-E712-43D4-9CD5-F35E812D8224}" dt="2026-09-28T07:59:36.064" v="539" actId="478"/>
          <ac:spMkLst>
            <pc:docMk/>
            <pc:sldMk cId="4181550118" sldId="259"/>
            <ac:spMk id="3" creationId="{95FDB4E3-6BF1-CAED-A76A-121DA755CC41}"/>
          </ac:spMkLst>
        </pc:spChg>
        <pc:spChg chg="add del mod">
          <ac:chgData name="01058868446a@gmail.com" userId="b28250bd2b7e88d3" providerId="LiveId" clId="{E3826418-E712-43D4-9CD5-F35E812D8224}" dt="2026-09-28T07:59:56.126" v="540" actId="478"/>
          <ac:spMkLst>
            <pc:docMk/>
            <pc:sldMk cId="4181550118" sldId="259"/>
            <ac:spMk id="5" creationId="{8E3DC545-8645-032D-62CB-EFEA1B01E417}"/>
          </ac:spMkLst>
        </pc:spChg>
      </pc:sldChg>
      <pc:sldChg chg="modSp add mod">
        <pc:chgData name="01058868446a@gmail.com" userId="b28250bd2b7e88d3" providerId="LiveId" clId="{E3826418-E712-43D4-9CD5-F35E812D8224}" dt="2026-09-28T08:17:23.877" v="1742" actId="20577"/>
        <pc:sldMkLst>
          <pc:docMk/>
          <pc:sldMk cId="4279762294" sldId="260"/>
        </pc:sldMkLst>
        <pc:spChg chg="mod">
          <ac:chgData name="01058868446a@gmail.com" userId="b28250bd2b7e88d3" providerId="LiveId" clId="{E3826418-E712-43D4-9CD5-F35E812D8224}" dt="2026-09-28T08:05:22.876" v="568" actId="20577"/>
          <ac:spMkLst>
            <pc:docMk/>
            <pc:sldMk cId="4279762294" sldId="260"/>
            <ac:spMk id="2" creationId="{8E531D0E-3044-329F-81D8-C1C047E374AB}"/>
          </ac:spMkLst>
        </pc:spChg>
        <pc:spChg chg="mod">
          <ac:chgData name="01058868446a@gmail.com" userId="b28250bd2b7e88d3" providerId="LiveId" clId="{E3826418-E712-43D4-9CD5-F35E812D8224}" dt="2026-09-28T08:17:23.877" v="1742" actId="20577"/>
          <ac:spMkLst>
            <pc:docMk/>
            <pc:sldMk cId="4279762294" sldId="260"/>
            <ac:spMk id="4" creationId="{934E11F6-C2AD-93E5-7D7D-04CBCEEC55BC}"/>
          </ac:spMkLst>
        </pc:spChg>
      </pc:sldChg>
      <pc:sldChg chg="modSp add mod">
        <pc:chgData name="01058868446a@gmail.com" userId="b28250bd2b7e88d3" providerId="LiveId" clId="{E3826418-E712-43D4-9CD5-F35E812D8224}" dt="2026-09-28T08:51:12.883" v="2108" actId="20577"/>
        <pc:sldMkLst>
          <pc:docMk/>
          <pc:sldMk cId="1722140573" sldId="261"/>
        </pc:sldMkLst>
        <pc:spChg chg="mod">
          <ac:chgData name="01058868446a@gmail.com" userId="b28250bd2b7e88d3" providerId="LiveId" clId="{E3826418-E712-43D4-9CD5-F35E812D8224}" dt="2026-09-28T08:30:00.115" v="1878" actId="20577"/>
          <ac:spMkLst>
            <pc:docMk/>
            <pc:sldMk cId="1722140573" sldId="261"/>
            <ac:spMk id="2" creationId="{4CF11A68-F378-C261-3694-9EDA49A837BF}"/>
          </ac:spMkLst>
        </pc:spChg>
        <pc:spChg chg="mod">
          <ac:chgData name="01058868446a@gmail.com" userId="b28250bd2b7e88d3" providerId="LiveId" clId="{E3826418-E712-43D4-9CD5-F35E812D8224}" dt="2026-09-28T08:51:12.883" v="2108" actId="20577"/>
          <ac:spMkLst>
            <pc:docMk/>
            <pc:sldMk cId="1722140573" sldId="261"/>
            <ac:spMk id="4" creationId="{FC1C6EEC-367A-27C5-3F72-AF61B19D394D}"/>
          </ac:spMkLst>
        </pc:spChg>
      </pc:sldChg>
      <pc:sldChg chg="modSp add mod">
        <pc:chgData name="01058868446a@gmail.com" userId="b28250bd2b7e88d3" providerId="LiveId" clId="{E3826418-E712-43D4-9CD5-F35E812D8224}" dt="2026-09-28T08:17:59.309" v="1764" actId="20577"/>
        <pc:sldMkLst>
          <pc:docMk/>
          <pc:sldMk cId="1376205032" sldId="262"/>
        </pc:sldMkLst>
        <pc:spChg chg="mod">
          <ac:chgData name="01058868446a@gmail.com" userId="b28250bd2b7e88d3" providerId="LiveId" clId="{E3826418-E712-43D4-9CD5-F35E812D8224}" dt="2026-09-28T08:17:59.309" v="1764" actId="20577"/>
          <ac:spMkLst>
            <pc:docMk/>
            <pc:sldMk cId="1376205032" sldId="262"/>
            <ac:spMk id="2" creationId="{8358A993-CC72-8A7B-25E6-18365D9473A2}"/>
          </ac:spMkLst>
        </pc:spChg>
      </pc:sldChg>
      <pc:sldChg chg="modSp add mod">
        <pc:chgData name="01058868446a@gmail.com" userId="b28250bd2b7e88d3" providerId="LiveId" clId="{E3826418-E712-43D4-9CD5-F35E812D8224}" dt="2026-09-28T08:51:16.532" v="2109" actId="20577"/>
        <pc:sldMkLst>
          <pc:docMk/>
          <pc:sldMk cId="2620599184" sldId="263"/>
        </pc:sldMkLst>
        <pc:spChg chg="mod">
          <ac:chgData name="01058868446a@gmail.com" userId="b28250bd2b7e88d3" providerId="LiveId" clId="{E3826418-E712-43D4-9CD5-F35E812D8224}" dt="2026-09-28T08:18:39.131" v="1814" actId="20577"/>
          <ac:spMkLst>
            <pc:docMk/>
            <pc:sldMk cId="2620599184" sldId="263"/>
            <ac:spMk id="2" creationId="{412FE4D2-1BC8-EAA1-F026-6A369656FAB2}"/>
          </ac:spMkLst>
        </pc:spChg>
        <pc:spChg chg="mod">
          <ac:chgData name="01058868446a@gmail.com" userId="b28250bd2b7e88d3" providerId="LiveId" clId="{E3826418-E712-43D4-9CD5-F35E812D8224}" dt="2026-09-28T08:51:16.532" v="2109" actId="20577"/>
          <ac:spMkLst>
            <pc:docMk/>
            <pc:sldMk cId="2620599184" sldId="263"/>
            <ac:spMk id="4" creationId="{2ED2BEA3-809F-5EE4-4059-54F34C7DE6C1}"/>
          </ac:spMkLst>
        </pc:spChg>
      </pc:sldChg>
      <pc:sldChg chg="modSp add mod">
        <pc:chgData name="01058868446a@gmail.com" userId="b28250bd2b7e88d3" providerId="LiveId" clId="{E3826418-E712-43D4-9CD5-F35E812D8224}" dt="2026-09-28T08:51:10.372" v="2107" actId="20577"/>
        <pc:sldMkLst>
          <pc:docMk/>
          <pc:sldMk cId="2837604510" sldId="264"/>
        </pc:sldMkLst>
        <pc:spChg chg="mod">
          <ac:chgData name="01058868446a@gmail.com" userId="b28250bd2b7e88d3" providerId="LiveId" clId="{E3826418-E712-43D4-9CD5-F35E812D8224}" dt="2026-09-28T08:30:37.482" v="1986" actId="20577"/>
          <ac:spMkLst>
            <pc:docMk/>
            <pc:sldMk cId="2837604510" sldId="264"/>
            <ac:spMk id="2" creationId="{240CE45D-7DF0-7412-8EF0-914D85394F2D}"/>
          </ac:spMkLst>
        </pc:spChg>
        <pc:spChg chg="mod">
          <ac:chgData name="01058868446a@gmail.com" userId="b28250bd2b7e88d3" providerId="LiveId" clId="{E3826418-E712-43D4-9CD5-F35E812D8224}" dt="2026-09-28T08:51:10.372" v="2107" actId="20577"/>
          <ac:spMkLst>
            <pc:docMk/>
            <pc:sldMk cId="2837604510" sldId="264"/>
            <ac:spMk id="4" creationId="{FB6DB0A0-68AF-C2D7-E568-9A754BE0D01F}"/>
          </ac:spMkLst>
        </pc:spChg>
      </pc:sldChg>
      <pc:sldChg chg="modSp add mod">
        <pc:chgData name="01058868446a@gmail.com" userId="b28250bd2b7e88d3" providerId="LiveId" clId="{E3826418-E712-43D4-9CD5-F35E812D8224}" dt="2026-09-28T08:51:07.619" v="2106" actId="20577"/>
        <pc:sldMkLst>
          <pc:docMk/>
          <pc:sldMk cId="2832736171" sldId="265"/>
        </pc:sldMkLst>
        <pc:spChg chg="mod">
          <ac:chgData name="01058868446a@gmail.com" userId="b28250bd2b7e88d3" providerId="LiveId" clId="{E3826418-E712-43D4-9CD5-F35E812D8224}" dt="2026-09-28T08:31:24.520" v="2017" actId="20577"/>
          <ac:spMkLst>
            <pc:docMk/>
            <pc:sldMk cId="2832736171" sldId="265"/>
            <ac:spMk id="2" creationId="{0769D4F6-2D20-D236-E920-4E6C5C025972}"/>
          </ac:spMkLst>
        </pc:spChg>
        <pc:spChg chg="mod">
          <ac:chgData name="01058868446a@gmail.com" userId="b28250bd2b7e88d3" providerId="LiveId" clId="{E3826418-E712-43D4-9CD5-F35E812D8224}" dt="2026-09-28T08:51:07.619" v="2106" actId="20577"/>
          <ac:spMkLst>
            <pc:docMk/>
            <pc:sldMk cId="2832736171" sldId="265"/>
            <ac:spMk id="4" creationId="{B2619653-D5E8-905F-AC5F-411ACC0E685B}"/>
          </ac:spMkLst>
        </pc:spChg>
      </pc:sldChg>
      <pc:sldChg chg="modSp add mod">
        <pc:chgData name="01058868446a@gmail.com" userId="b28250bd2b7e88d3" providerId="LiveId" clId="{E3826418-E712-43D4-9CD5-F35E812D8224}" dt="2026-09-28T08:51:05.707" v="2105" actId="20577"/>
        <pc:sldMkLst>
          <pc:docMk/>
          <pc:sldMk cId="1389767376" sldId="266"/>
        </pc:sldMkLst>
        <pc:spChg chg="mod">
          <ac:chgData name="01058868446a@gmail.com" userId="b28250bd2b7e88d3" providerId="LiveId" clId="{E3826418-E712-43D4-9CD5-F35E812D8224}" dt="2026-09-28T08:50:03.766" v="2052" actId="20577"/>
          <ac:spMkLst>
            <pc:docMk/>
            <pc:sldMk cId="1389767376" sldId="266"/>
            <ac:spMk id="2" creationId="{352C262A-4BD8-D524-2B0A-9AD8FA677C98}"/>
          </ac:spMkLst>
        </pc:spChg>
        <pc:spChg chg="mod">
          <ac:chgData name="01058868446a@gmail.com" userId="b28250bd2b7e88d3" providerId="LiveId" clId="{E3826418-E712-43D4-9CD5-F35E812D8224}" dt="2026-09-28T08:51:05.707" v="2105" actId="20577"/>
          <ac:spMkLst>
            <pc:docMk/>
            <pc:sldMk cId="1389767376" sldId="266"/>
            <ac:spMk id="4" creationId="{3299D237-2E23-7934-5ABE-49C20F7ABAF9}"/>
          </ac:spMkLst>
        </pc:spChg>
      </pc:sldChg>
      <pc:sldChg chg="modSp add mod">
        <pc:chgData name="01058868446a@gmail.com" userId="b28250bd2b7e88d3" providerId="LiveId" clId="{E3826418-E712-43D4-9CD5-F35E812D8224}" dt="2026-09-28T08:50:30.643" v="2075" actId="20577"/>
        <pc:sldMkLst>
          <pc:docMk/>
          <pc:sldMk cId="3384968672" sldId="267"/>
        </pc:sldMkLst>
        <pc:spChg chg="mod">
          <ac:chgData name="01058868446a@gmail.com" userId="b28250bd2b7e88d3" providerId="LiveId" clId="{E3826418-E712-43D4-9CD5-F35E812D8224}" dt="2026-09-28T08:50:30.643" v="2075" actId="20577"/>
          <ac:spMkLst>
            <pc:docMk/>
            <pc:sldMk cId="3384968672" sldId="267"/>
            <ac:spMk id="2" creationId="{BAE3BEDD-1104-68D7-1A9D-FFF500803ADC}"/>
          </ac:spMkLst>
        </pc:spChg>
      </pc:sldChg>
      <pc:sldChg chg="modSp add mod">
        <pc:chgData name="01058868446a@gmail.com" userId="b28250bd2b7e88d3" providerId="LiveId" clId="{E3826418-E712-43D4-9CD5-F35E812D8224}" dt="2026-09-28T08:51:02.012" v="2104" actId="20577"/>
        <pc:sldMkLst>
          <pc:docMk/>
          <pc:sldMk cId="2970117328" sldId="268"/>
        </pc:sldMkLst>
        <pc:spChg chg="mod">
          <ac:chgData name="01058868446a@gmail.com" userId="b28250bd2b7e88d3" providerId="LiveId" clId="{E3826418-E712-43D4-9CD5-F35E812D8224}" dt="2026-09-28T08:50:44.473" v="2103" actId="20577"/>
          <ac:spMkLst>
            <pc:docMk/>
            <pc:sldMk cId="2970117328" sldId="268"/>
            <ac:spMk id="2" creationId="{6D67FD28-D05E-0BB6-F7B5-B5820558093F}"/>
          </ac:spMkLst>
        </pc:spChg>
        <pc:spChg chg="mod">
          <ac:chgData name="01058868446a@gmail.com" userId="b28250bd2b7e88d3" providerId="LiveId" clId="{E3826418-E712-43D4-9CD5-F35E812D8224}" dt="2026-09-28T08:51:02.012" v="2104" actId="20577"/>
          <ac:spMkLst>
            <pc:docMk/>
            <pc:sldMk cId="2970117328" sldId="268"/>
            <ac:spMk id="4" creationId="{384541D5-946C-AF90-6C40-BF00B102F9C1}"/>
          </ac:spMkLst>
        </pc:spChg>
      </pc:sldChg>
      <pc:sldChg chg="modSp add mod">
        <pc:chgData name="01058868446a@gmail.com" userId="b28250bd2b7e88d3" providerId="LiveId" clId="{E3826418-E712-43D4-9CD5-F35E812D8224}" dt="2026-09-28T08:51:43.796" v="2155" actId="5793"/>
        <pc:sldMkLst>
          <pc:docMk/>
          <pc:sldMk cId="389025364" sldId="269"/>
        </pc:sldMkLst>
        <pc:spChg chg="mod">
          <ac:chgData name="01058868446a@gmail.com" userId="b28250bd2b7e88d3" providerId="LiveId" clId="{E3826418-E712-43D4-9CD5-F35E812D8224}" dt="2026-09-28T08:51:36.577" v="2120" actId="20577"/>
          <ac:spMkLst>
            <pc:docMk/>
            <pc:sldMk cId="389025364" sldId="269"/>
            <ac:spMk id="2" creationId="{0BA9C73E-F9C7-E085-3411-063D7319081E}"/>
          </ac:spMkLst>
        </pc:spChg>
        <pc:spChg chg="mod">
          <ac:chgData name="01058868446a@gmail.com" userId="b28250bd2b7e88d3" providerId="LiveId" clId="{E3826418-E712-43D4-9CD5-F35E812D8224}" dt="2026-09-28T08:51:43.796" v="2155" actId="5793"/>
          <ac:spMkLst>
            <pc:docMk/>
            <pc:sldMk cId="389025364" sldId="269"/>
            <ac:spMk id="4" creationId="{2603F675-3B14-7539-0D45-97B9AC57DD24}"/>
          </ac:spMkLst>
        </pc:spChg>
      </pc:sldChg>
      <pc:sldChg chg="modSp add mod">
        <pc:chgData name="01058868446a@gmail.com" userId="b28250bd2b7e88d3" providerId="LiveId" clId="{E3826418-E712-43D4-9CD5-F35E812D8224}" dt="2026-09-28T08:52:28.515" v="2166" actId="20577"/>
        <pc:sldMkLst>
          <pc:docMk/>
          <pc:sldMk cId="2995791924" sldId="270"/>
        </pc:sldMkLst>
        <pc:spChg chg="mod">
          <ac:chgData name="01058868446a@gmail.com" userId="b28250bd2b7e88d3" providerId="LiveId" clId="{E3826418-E712-43D4-9CD5-F35E812D8224}" dt="2026-09-28T08:52:28.515" v="2166" actId="20577"/>
          <ac:spMkLst>
            <pc:docMk/>
            <pc:sldMk cId="2995791924" sldId="270"/>
            <ac:spMk id="2" creationId="{FFAC935F-B6E5-1068-839D-61C05836518A}"/>
          </ac:spMkLst>
        </pc:spChg>
      </pc:sldChg>
      <pc:sldChg chg="modSp add mod">
        <pc:chgData name="01058868446a@gmail.com" userId="b28250bd2b7e88d3" providerId="LiveId" clId="{E3826418-E712-43D4-9CD5-F35E812D8224}" dt="2026-09-28T09:04:41.722" v="2178" actId="20577"/>
        <pc:sldMkLst>
          <pc:docMk/>
          <pc:sldMk cId="296510262" sldId="271"/>
        </pc:sldMkLst>
        <pc:spChg chg="mod">
          <ac:chgData name="01058868446a@gmail.com" userId="b28250bd2b7e88d3" providerId="LiveId" clId="{E3826418-E712-43D4-9CD5-F35E812D8224}" dt="2026-09-28T09:04:41.722" v="2178" actId="20577"/>
          <ac:spMkLst>
            <pc:docMk/>
            <pc:sldMk cId="296510262" sldId="271"/>
            <ac:spMk id="2" creationId="{17388D3C-EA05-AF54-2446-6355A71E19CF}"/>
          </ac:spMkLst>
        </pc:spChg>
      </pc:sldChg>
      <pc:sldChg chg="modSp add mod">
        <pc:chgData name="01058868446a@gmail.com" userId="b28250bd2b7e88d3" providerId="LiveId" clId="{E3826418-E712-43D4-9CD5-F35E812D8224}" dt="2026-09-28T09:08:26.164" v="2193" actId="20577"/>
        <pc:sldMkLst>
          <pc:docMk/>
          <pc:sldMk cId="2156180285" sldId="272"/>
        </pc:sldMkLst>
        <pc:spChg chg="mod">
          <ac:chgData name="01058868446a@gmail.com" userId="b28250bd2b7e88d3" providerId="LiveId" clId="{E3826418-E712-43D4-9CD5-F35E812D8224}" dt="2026-09-28T09:06:04.476" v="2192" actId="20577"/>
          <ac:spMkLst>
            <pc:docMk/>
            <pc:sldMk cId="2156180285" sldId="272"/>
            <ac:spMk id="2" creationId="{5C4D919F-84ED-8277-0FEF-CB53502B90A2}"/>
          </ac:spMkLst>
        </pc:spChg>
        <pc:spChg chg="mod">
          <ac:chgData name="01058868446a@gmail.com" userId="b28250bd2b7e88d3" providerId="LiveId" clId="{E3826418-E712-43D4-9CD5-F35E812D8224}" dt="2026-09-28T09:08:26.164" v="2193" actId="20577"/>
          <ac:spMkLst>
            <pc:docMk/>
            <pc:sldMk cId="2156180285" sldId="272"/>
            <ac:spMk id="4" creationId="{1A0CC2D6-BAE2-71CA-B777-D368D6D1F2D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재현율@20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0063BA"/>
              </a:solidFill>
            </c:spPr>
          </c:dPt>
          <c:dPt>
            <c:idx val="1"/>
            <c:spPr>
              <a:solidFill>
                <a:srgbClr val="A6A6A6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A6A6A6"/>
              </a:solidFill>
            </c:spPr>
          </c:dPt>
          <c:dPt>
            <c:idx val="4"/>
            <c:spPr>
              <a:solidFill>
                <a:srgbClr val="A6A6A6"/>
              </a:solidFill>
            </c:spPr>
          </c:dPt>
          <c:cat>
            <c:strRef>
              <c:f>Sheet1!$A$2:$A$6</c:f>
              <c:strCache>
                <c:ptCount val="5"/>
                <c:pt idx="0">
                  <c:v>제안 방법</c:v>
                </c:pt>
                <c:pt idx="1">
                  <c:v>LangChain
청크</c:v>
                </c:pt>
                <c:pt idx="2">
                  <c:v>RAPTOR</c:v>
                </c:pt>
                <c:pt idx="3">
                  <c:v>TableRAG
(Chen)</c:v>
                </c:pt>
                <c:pt idx="4">
                  <c:v>TableRAG
(Yu)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93.9</c:v>
                </c:pt>
                <c:pt idx="1">
                  <c:v>100.0</c:v>
                </c:pt>
                <c:pt idx="2">
                  <c:v>81.7</c:v>
                </c:pt>
                <c:pt idx="3">
                  <c:v>17.7</c:v>
                </c:pt>
                <c:pt idx="4">
                  <c:v>100.0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 rot="0"/>
          <a:lstStyle/>
          <a:p>
            <a:pPr>
              <a:defRPr sz="12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셀 정밀도@20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0063BA"/>
              </a:solidFill>
            </c:spPr>
          </c:dPt>
          <c:dPt>
            <c:idx val="1"/>
            <c:spPr>
              <a:solidFill>
                <a:srgbClr val="A6A6A6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A6A6A6"/>
              </a:solidFill>
            </c:spPr>
          </c:dPt>
          <c:dPt>
            <c:idx val="4"/>
            <c:spPr>
              <a:solidFill>
                <a:srgbClr val="A6A6A6"/>
              </a:solidFill>
            </c:spPr>
          </c:dPt>
          <c:cat>
            <c:strRef>
              <c:f>Sheet1!$A$2:$A$6</c:f>
              <c:strCache>
                <c:ptCount val="5"/>
                <c:pt idx="0">
                  <c:v>제안 방법</c:v>
                </c:pt>
                <c:pt idx="1">
                  <c:v>LangChain
청크</c:v>
                </c:pt>
                <c:pt idx="2">
                  <c:v>RAPTOR</c:v>
                </c:pt>
                <c:pt idx="3">
                  <c:v>TableRAG
(Chen)</c:v>
                </c:pt>
                <c:pt idx="4">
                  <c:v>TableRAG
(Yu)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11.0</c:v>
                </c:pt>
                <c:pt idx="1">
                  <c:v>1.9</c:v>
                </c:pt>
                <c:pt idx="2">
                  <c:v>2.0</c:v>
                </c:pt>
                <c:pt idx="3">
                  <c:v>4.4</c:v>
                </c:pt>
                <c:pt idx="4">
                  <c:v>1.9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 rot="0"/>
          <a:lstStyle/>
          <a:p>
            <a:pPr>
              <a:defRPr sz="12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맑은 고딕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0063BA"/>
              </a:solidFill>
            </c:spPr>
          </c:dPt>
          <c:dPt>
            <c:idx val="1"/>
            <c:spPr>
              <a:solidFill>
                <a:srgbClr val="A6A6A6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A6A6A6"/>
              </a:solidFill>
            </c:spPr>
          </c:dPt>
          <c:dPt>
            <c:idx val="4"/>
            <c:spPr>
              <a:solidFill>
                <a:srgbClr val="A6A6A6"/>
              </a:solidFill>
            </c:spPr>
          </c:dPt>
          <c:dPt>
            <c:idx val="5"/>
            <c:spPr>
              <a:solidFill>
                <a:srgbClr val="D0D0D0"/>
              </a:solidFill>
            </c:spPr>
          </c:dPt>
          <c:cat>
            <c:strRef>
              <c:f>Sheet1!$A$2:$A$7</c:f>
              <c:strCache>
                <c:ptCount val="6"/>
                <c:pt idx="0">
                  <c:v>제안 방법</c:v>
                </c:pt>
                <c:pt idx="1">
                  <c:v>LangChain 청크</c:v>
                </c:pt>
                <c:pt idx="2">
                  <c:v>RAPTOR</c:v>
                </c:pt>
                <c:pt idx="3">
                  <c:v>TableRAG (Chen)</c:v>
                </c:pt>
                <c:pt idx="4">
                  <c:v>TableRAG (Yu)</c:v>
                </c:pt>
                <c:pt idx="5">
                  <c:v>표 전체 입력(참고)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57.5</c:v>
                </c:pt>
                <c:pt idx="1">
                  <c:v>39.5</c:v>
                </c:pt>
                <c:pt idx="2">
                  <c:v>38.5</c:v>
                </c:pt>
                <c:pt idx="3">
                  <c:v>13.5</c:v>
                </c:pt>
                <c:pt idx="4">
                  <c:v>53.5</c:v>
                </c:pt>
                <c:pt idx="5">
                  <c:v>52.5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 rot="0"/>
          <a:lstStyle/>
          <a:p>
            <a:pPr>
              <a:defRPr sz="14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맑은 고딕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A6A6A6"/>
              </a:solidFill>
            </c:spPr>
          </c:dPt>
          <c:dPt>
            <c:idx val="1"/>
            <c:spPr>
              <a:solidFill>
                <a:srgbClr val="A6A6A6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0063BA"/>
              </a:solidFill>
            </c:spPr>
          </c:dPt>
          <c:dPt>
            <c:idx val="4"/>
            <c:spPr>
              <a:solidFill>
                <a:srgbClr val="0063BA"/>
              </a:solidFill>
            </c:spPr>
          </c:dPt>
          <c:dPt>
            <c:idx val="5"/>
            <c:spPr>
              <a:solidFill>
                <a:srgbClr val="A6A6A6"/>
              </a:solidFill>
            </c:spPr>
          </c:dPt>
          <c:cat>
            <c:strRef>
              <c:f>Sheet1!$A$2:$A$7</c:f>
              <c:strCache>
                <c:ptCount val="6"/>
                <c:pt idx="0">
                  <c:v>근거 셀 포함, LLM 오답</c:v>
                </c:pt>
                <c:pt idx="1">
                  <c:v>함께 전달된 다른 셀 탓</c:v>
                </c:pt>
                <c:pt idx="2">
                  <c:v>데이터셋 근거 표시 방식</c:v>
                </c:pt>
                <c:pt idx="3">
                  <c:v>검색 누락 + LLM 오답</c:v>
                </c:pt>
                <c:pt idx="4">
                  <c:v>검색 누락만</c:v>
                </c:pt>
                <c:pt idx="5">
                  <c:v>384토큰 내 미완료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13</c:v>
                </c:pt>
                <c:pt idx="3">
                  <c:v>10</c:v>
                </c:pt>
                <c:pt idx="4">
                  <c:v>7</c:v>
                </c:pt>
                <c:pt idx="5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 rot="0"/>
          <a:lstStyle/>
          <a:p>
            <a:pPr>
              <a:defRPr sz="14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7C3E755F-71C8-4B25-BAE8-15D69950B472}" type="datetime1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603EBE0F-152B-4AA6-BEA6-EC76E0A98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862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폐쇄된 환경에서 계층형 표 구조의 셀 문장 임베딩 기반 RAG를 발표하겠습니다.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재무 보고서 같은 문서에는 계층형 표가 여러 개 있다. MultiHiertt 평가 문서는 평균 표 4.05개, 데이터 셀 145.7개. 셀 860의 의미는 행 경로 Revenue &gt; Product와 열 경로 2019 &gt; Foreign이 결합되어야 결정된다. RAG는 보통 문서를 청크로 분할해 색인하고 질문과 유사한 청크를 LLM에 전달한다.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텍스트로 바꿔 1,000자 청크로 자르면 두 번째 청크부터 열 머리글 줄이 없다. 20,854가 어느 연도 값인지 청크 안에서 알 수 없다. LangChain 튜토리얼 설정(1,000자, 겹침 200자)으로 평가 문항 2,885개를 조사하니 339개(11.8%)에서 정답 셀이 열 머리글 없는 청크에만 있었다. 정답 셀 기준으로는 7,651개 중 730개(9.5%).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 대상 기존 RAG도 셀과 머리글의 연결을 보장하지 않는다. 단위당 평균 셀 수는 4장 평가 문항의 검색 순위 목록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셀마다 머리글 경로를 담은 셀 문장을 검색 단위로 삼는다. 공개 모델만 로컬에서 쓰고 학습하지 않는다. MultiHiertt에서 기존 RAG 4종과 검색 성능, 답변 정확도를 비교한다.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색인 단계는 문서마다 한 번: 머리글 경로 구성, 셀 문장 생성, 임베딩과 BM25 색인. 질의 단계는 질문마다: 하이브리드 유사도로 질문의 문서 안 셀 문장 순위를 매기고 상위 20개를 Qwen3-8B 4비트에 전달해 답을 생성한다. 모든 단계가 로컬, 학습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MultiHiertt 표는 머리글 표시가 없는 HTML 표라 규칙으로 판정한다. 빈 왼쪽 위 모서리 칸, 숫자 칸 비율. 데이터 칸이 모두 빈 행은 절 제목 행으로 보고 아래 행들의 행 경로 앞에 붙인다. 문서 안에 같은 경로가 남으면 절 제목, 행·열 번호, 표 순서 순으로 확장한다. 경로가 같은 행·열에만 적용.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 셀마다 문장 하나. 캡션이 있으면 영어 문장 틀에 캡션까지 넣고, 없으면 행 경로 &gt; 열 경로: 값. MultiHiertt 표에는 캡션이 없어 실험의 셀 문장은 캡션 없는 틀이다. 캡션 효과는 HiTab으로 확인(부록 C). 머리글 칸과 빈 칸은 문장을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코사인 유사도는 의미, BM25는 질문에 나온 항목명·연도가 그대로 있는지를 본다. 두 점수를 평가 문서 전체 셀 문장 기준으로 최소-최대 정규화해 0.7:0.3으로 더하고, 질문의 문서 안에서 순위를 매긴다. 실제 평가 문항 예: 1위가 정답 셀, 2위는 연도만 같은 Operating income, 3위는 항목만 같은 2012년 값. 상위 20개를 LLM에 전달, 답 10,432로 정답. 전달 셀 수 20은 검증 집합 332문항에서 5~75개를 비교해 확인(5개만 유의하게 낮음).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한 장의 로컬 컴퓨터 한 대, 외부 API 없음. 모든 방법에 같은 임베딩 모델과 같은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MultiHiertt 공개 평가 집합에는 정답·근거 셀이 없어 학습 집합에서 표 근거만 필요한 문항으로 평가 집합을 구성. 모든 방법이 학습 없음. 검색 성능은 2,885문항, 답변 정확도는 LLM을 여러 번 부르는 비교군의 실행 시간 때문에 200문항(조회 116, 산술 84). 비교군은 공식 코드·튜토리얼 파이프라인 그대로, 같은 LLM·임베딩. 채점은 공식 규칙에 표기 차이 허용. 차이는 McNemar 검정, 여러 비교는 Holm 보정.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상위 20개 단위 재현율: 제안 93.9, LangChain 100, RAPTOR 81.7, Chen 17.7, Yu 100. LangChain과 Yu는 단위 하나에 셀 30개 이상이라 상위 5개면 사실상 문서 표 전체(재현율 100%). 전달한 셀 중 정답 셀 비율(셀 정밀도@20)은 제안 11.0, LangChain 1.9, RAPTOR 2.0, Chen 4.4, Yu 1.9. 2,885문항 전체에서도 같은 경향(제안 R@20 92.4%, MRR 0.721).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제안 방법 115문항 57.5%. LangChain 39.5, RAPTOR 38.5, TableRAG(Chen) 13.5, TableRAG(Yu) 53.5보다 높다. LangChain, RAPTOR, Chen과의 차이는 Holm 보정 후에도 유의. 조회 62.9%, 산술 50.0%로 두 유형 모두 가장 높다. 검색 없이 표 전체를 넣은 참고 조건은 52.5%. (질문을 받으면: Yu와의 차이는 30:22, p=.33으로 유의하지 않음.)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LangChain 청크는 상위 4개 청크의 재현율 99.4%로 제안 방법 93.9%보다 높지만 정확도는 39.5% 대 57.5%. 상위 4개 청크는 문서 표 대부분을 담아 문항당 셀 126.8개를 전달하고 정답 셀 비율은 2.0%. 제안 방법은 셀 20개, 11.0%. 단, LangChain은 튜토리얼 지시문을 쓰므로 차이에 지시문 차이도 섞여 있다(지시문을 같게 둔 보조 비교는 부록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문항마다 두 가지 확인: 상위 20개에 공식 근거 셀이 모두 있는지, 근거 셀만 넣었을 때 맞히는지. 검색 누락만으로 틀린 문항은 7개(3.5%), 검색 누락과 LLM 오답이 겹친 10개를 합쳐도 17개(8.5%). 나머지 68개는 LLM 활용 단계와 데이터셋의 근거 표시 방식. 데이터셋 13개 = 비교·순위형 조회 12 + 시작값 100 상수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머리글 경로 제거: 색인 텍스트만 셀 값으로 바꾸고 LLM 입력은 원래 셀 문장 그대로. 실행 전에 예측 기록. 재현율@20 93.9→24.7, MRR 0.703→0.112, 답변 정확도 57.5→16.5, 87:5로 유의. 캡션: MultiHiertt에는 캡션이 없어 HiTab 991문항으로 확인. 표 538개를 한 색인에 넣은 검색에서 재현율@20 81.2→91.4 (121:20, 유의). 문장 틀만 추가한 경우는 차이 없음(부록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요약: 셀마다 머리글 경로를 담은 셀 문장을 검색 단위로 쓰면 정답 셀을 적은 수의 다른 셀과 함께 전달할 수 있고, 같은 LLM의 LangChain 청크, RAPTOR, TableRAG(Chen)보다 유의하게 높은 답변 정확도(57.5%)를 얻었다. 한계 넷: 학습 집합으로 평가 집합 구성과 머리글 규칙 결정, 비교군 지시문 차이, 답변 200문항, 조회 허용 채점 규칙은 오답 검토 후 결정. 향후: 본문에서 표 구별 정보 추출, 산술 문항에 계산 도구 결합.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53448"/>
          </a:xfrm>
        </p:spPr>
        <p:txBody>
          <a:bodyPr anchor="b"/>
          <a:lstStyle>
            <a:lvl1pPr algn="ctr">
              <a:defRPr sz="3600" b="1"/>
            </a:lvl1pPr>
          </a:lstStyle>
          <a:p>
            <a:pPr lvl="0" algn="ctr">
              <a:lnSpc>
                <a:spcPct val="99600"/>
              </a:lnSpc>
              <a:defRPr/>
            </a:pPr>
            <a:endParaRPr lang="ko-KR" b="0" i="0" u="none" strike="noStrike" dirty="0">
              <a:solidFill>
                <a:srgbClr val="0063BA"/>
              </a:solidFill>
              <a:latin typeface="ADLaM Display"/>
              <a:ea typeface="Pretendard Bold"/>
              <a:cs typeface="ADLaM Display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344645"/>
            <a:ext cx="9144000" cy="89047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 dirty="0"/>
              <a:t>　　　　　　　　　　　　　　　　석사과정 유권환</a:t>
            </a:r>
          </a:p>
        </p:txBody>
      </p:sp>
      <p:sp>
        <p:nvSpPr>
          <p:cNvPr id="13" name="순서도: 대체 처리 12"/>
          <p:cNvSpPr/>
          <p:nvPr userDrawn="1"/>
        </p:nvSpPr>
        <p:spPr>
          <a:xfrm>
            <a:off x="1524000" y="3128077"/>
            <a:ext cx="9144000" cy="64302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76274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258462" y="138485"/>
            <a:ext cx="11713176" cy="68213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defRPr sz="3600" b="1"/>
            </a:lvl1pPr>
          </a:lstStyle>
          <a:p>
            <a:pPr lvl="0" algn="l">
              <a:lnSpc>
                <a:spcPct val="99600"/>
              </a:lnSpc>
              <a:defRPr/>
            </a:pPr>
            <a:r>
              <a:rPr lang="ko-KR" b="0" i="0" u="none" strike="noStrike">
                <a:solidFill>
                  <a:srgbClr val="0063BA"/>
                </a:solidFill>
                <a:latin typeface="ADLaM Display"/>
                <a:ea typeface="Pretendard Bold"/>
                <a:cs typeface="ADLaM Display"/>
              </a:rPr>
              <a:t>문제</a:t>
            </a:r>
            <a:r>
              <a:rPr lang="en-US" b="0" i="0" u="none" strike="noStrike">
                <a:solidFill>
                  <a:srgbClr val="0063BA"/>
                </a:solidFill>
                <a:latin typeface="ADLaM Display"/>
                <a:ea typeface="ADLaM Display"/>
                <a:cs typeface="ADLaM Display"/>
              </a:rPr>
              <a:t> </a:t>
            </a:r>
            <a:r>
              <a:rPr lang="ko-KR" b="0" i="0" u="none" strike="noStrike">
                <a:solidFill>
                  <a:srgbClr val="0063BA"/>
                </a:solidFill>
                <a:latin typeface="ADLaM Display"/>
                <a:ea typeface="Pretendard Bold"/>
                <a:cs typeface="ADLaM Display"/>
              </a:rPr>
              <a:t>인식</a:t>
            </a:r>
            <a:endParaRPr lang="ko-KR" altLang="en-US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28438" y="6356348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8EFAE0FF-7E72-46D3-8236-851322A982A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6" name="순서도: 대체 처리 15"/>
          <p:cNvSpPr/>
          <p:nvPr userDrawn="1"/>
        </p:nvSpPr>
        <p:spPr>
          <a:xfrm>
            <a:off x="258462" y="883142"/>
            <a:ext cx="11713176" cy="45719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1"/>
          </p:nvPr>
        </p:nvSpPr>
        <p:spPr>
          <a:xfrm>
            <a:off x="360363" y="1171074"/>
            <a:ext cx="11610975" cy="5005889"/>
          </a:xfrm>
        </p:spPr>
        <p:txBody>
          <a:bodyPr/>
          <a:lstStyle>
            <a:lvl1pPr marL="0" indent="0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7386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258462" y="138485"/>
            <a:ext cx="11713176" cy="68213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defRPr sz="3600" b="1"/>
            </a:lvl1pPr>
          </a:lstStyle>
          <a:p>
            <a:pPr lvl="0" algn="l">
              <a:lnSpc>
                <a:spcPct val="99600"/>
              </a:lnSpc>
              <a:defRPr/>
            </a:pPr>
            <a:endParaRPr lang="ko-KR" altLang="en-US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28438" y="63563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AE0FF-7E72-46D3-8236-851322A982AE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16" name="순서도: 대체 처리 15"/>
          <p:cNvSpPr/>
          <p:nvPr userDrawn="1"/>
        </p:nvSpPr>
        <p:spPr>
          <a:xfrm>
            <a:off x="258462" y="883142"/>
            <a:ext cx="11713176" cy="45719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대체 처리 18"/>
          <p:cNvSpPr/>
          <p:nvPr userDrawn="1"/>
        </p:nvSpPr>
        <p:spPr>
          <a:xfrm flipV="1">
            <a:off x="467009" y="1079910"/>
            <a:ext cx="134570" cy="45719"/>
          </a:xfrm>
          <a:prstGeom prst="flowChartAlternateProcess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대체 처리 19"/>
          <p:cNvSpPr/>
          <p:nvPr userDrawn="1"/>
        </p:nvSpPr>
        <p:spPr>
          <a:xfrm flipV="1">
            <a:off x="601579" y="1079910"/>
            <a:ext cx="134570" cy="45719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대체 처리 20"/>
          <p:cNvSpPr/>
          <p:nvPr userDrawn="1"/>
        </p:nvSpPr>
        <p:spPr>
          <a:xfrm flipV="1">
            <a:off x="736149" y="1079910"/>
            <a:ext cx="134570" cy="45719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대체 처리 21"/>
          <p:cNvSpPr/>
          <p:nvPr userDrawn="1"/>
        </p:nvSpPr>
        <p:spPr>
          <a:xfrm flipV="1">
            <a:off x="870719" y="1079910"/>
            <a:ext cx="134570" cy="45719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0"/>
          </p:nvPr>
        </p:nvSpPr>
        <p:spPr>
          <a:xfrm>
            <a:off x="360663" y="1137823"/>
            <a:ext cx="11610975" cy="538162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1"/>
          </p:nvPr>
        </p:nvSpPr>
        <p:spPr>
          <a:xfrm>
            <a:off x="360363" y="1884947"/>
            <a:ext cx="11610975" cy="4292016"/>
          </a:xfrm>
        </p:spPr>
        <p:txBody>
          <a:bodyPr/>
          <a:lstStyle>
            <a:lvl1pPr marL="0" indent="0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3231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258462" y="138485"/>
            <a:ext cx="11713176" cy="68213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defRPr sz="3600" b="1"/>
            </a:lvl1pPr>
          </a:lstStyle>
          <a:p>
            <a:pPr lvl="0" algn="l">
              <a:lnSpc>
                <a:spcPct val="99600"/>
              </a:lnSpc>
              <a:defRPr/>
            </a:pPr>
            <a:endParaRPr lang="ko-KR" altLang="en-US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28438" y="63563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AE0FF-7E72-46D3-8236-851322A982AE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16" name="순서도: 대체 처리 15"/>
          <p:cNvSpPr/>
          <p:nvPr userDrawn="1"/>
        </p:nvSpPr>
        <p:spPr>
          <a:xfrm>
            <a:off x="258462" y="883142"/>
            <a:ext cx="11713176" cy="45719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대체 처리 18"/>
          <p:cNvSpPr/>
          <p:nvPr userDrawn="1"/>
        </p:nvSpPr>
        <p:spPr>
          <a:xfrm flipV="1">
            <a:off x="467009" y="1079910"/>
            <a:ext cx="134570" cy="45719"/>
          </a:xfrm>
          <a:prstGeom prst="flowChartAlternateProcess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대체 처리 19"/>
          <p:cNvSpPr/>
          <p:nvPr userDrawn="1"/>
        </p:nvSpPr>
        <p:spPr>
          <a:xfrm flipV="1">
            <a:off x="601579" y="1079910"/>
            <a:ext cx="134570" cy="45719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대체 처리 20"/>
          <p:cNvSpPr/>
          <p:nvPr userDrawn="1"/>
        </p:nvSpPr>
        <p:spPr>
          <a:xfrm flipV="1">
            <a:off x="736149" y="1079910"/>
            <a:ext cx="134570" cy="45719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대체 처리 21"/>
          <p:cNvSpPr/>
          <p:nvPr userDrawn="1"/>
        </p:nvSpPr>
        <p:spPr>
          <a:xfrm flipV="1">
            <a:off x="870719" y="1079910"/>
            <a:ext cx="134570" cy="45719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0"/>
          </p:nvPr>
        </p:nvSpPr>
        <p:spPr>
          <a:xfrm>
            <a:off x="360663" y="1137823"/>
            <a:ext cx="11610975" cy="538162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1"/>
          </p:nvPr>
        </p:nvSpPr>
        <p:spPr>
          <a:xfrm>
            <a:off x="360363" y="1884947"/>
            <a:ext cx="11610975" cy="4292016"/>
          </a:xfrm>
        </p:spPr>
        <p:txBody>
          <a:bodyPr/>
          <a:lstStyle>
            <a:lvl1pPr marL="0" indent="0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317073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906" y="6295890"/>
            <a:ext cx="1159476" cy="564873"/>
          </a:xfrm>
          <a:prstGeom prst="rect">
            <a:avLst/>
          </a:prstGeom>
        </p:spPr>
      </p:pic>
      <p:sp>
        <p:nvSpPr>
          <p:cNvPr id="27" name="TextBox 26"/>
          <p:cNvSpPr txBox="1"/>
          <p:nvPr userDrawn="1"/>
        </p:nvSpPr>
        <p:spPr>
          <a:xfrm>
            <a:off x="11418582" y="6491112"/>
            <a:ext cx="622995" cy="155377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1400" b="1" dirty="0">
                <a:solidFill>
                  <a:schemeClr val="accent1">
                    <a:lumMod val="50000"/>
                    <a:alpha val="70000"/>
                  </a:schemeClr>
                </a:solidFill>
                <a:latin typeface="+mn-lt"/>
              </a:rPr>
              <a:t>SC Lab</a:t>
            </a:r>
            <a:endParaRPr lang="ko-KR" altLang="en-US" sz="1400" b="1" dirty="0">
              <a:solidFill>
                <a:schemeClr val="accent1">
                  <a:lumMod val="50000"/>
                  <a:alpha val="7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089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base" latinLnBrk="0"/>
            <a:r>
              <a:rPr lang="ko-KR" altLang="ko-KR" dirty="0"/>
              <a:t>폐쇄된 환경에서 계층형 표 구조의 셀 문장 </a:t>
            </a:r>
            <a:r>
              <a:rPr lang="ko-KR" altLang="ko-KR" dirty="0" err="1"/>
              <a:t>임베딩</a:t>
            </a:r>
            <a:r>
              <a:rPr lang="ko-KR" altLang="ko-KR" dirty="0"/>
              <a:t> 기반 </a:t>
            </a:r>
            <a:r>
              <a:rPr lang="en-US" altLang="ko-KR" dirty="0"/>
              <a:t>RAG</a:t>
            </a:r>
            <a:endParaRPr lang="ko-KR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소프트웨어학부　유권환</a:t>
            </a:r>
          </a:p>
        </p:txBody>
      </p:sp>
    </p:spTree>
    <p:extLst>
      <p:ext uri="{BB962C8B-B14F-4D97-AF65-F5344CB8AC3E}">
        <p14:creationId xmlns:p14="http://schemas.microsoft.com/office/powerpoint/2010/main" val="113377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Tx/>
              <a:buChar char="-"/>
            </a:pPr>
            <a:r>
              <a:rPr lang="ko-KR" altLang="en-US" dirty="0"/>
              <a:t>서론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연구 배경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문제 정의 및 연구 목표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endParaRPr lang="en-US" altLang="ko-KR" dirty="0"/>
          </a:p>
          <a:p>
            <a:pPr marL="457200" indent="-457200">
              <a:buFontTx/>
              <a:buChar char="-"/>
            </a:pPr>
            <a:r>
              <a:rPr lang="ko-KR" altLang="en-US" dirty="0"/>
              <a:t>설계 및 구현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시스템 구조 및 구성요소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셀 문장 생성 및 유사도 계산 </a:t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endParaRPr lang="en-US" altLang="ko-KR" dirty="0"/>
          </a:p>
          <a:p>
            <a:pPr marL="457200" indent="-457200">
              <a:buFontTx/>
              <a:buChar char="-"/>
            </a:pPr>
            <a:r>
              <a:rPr lang="ko-KR" altLang="en-US" dirty="0"/>
              <a:t>실험 및 평가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실험 환경 및 방법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실험 결과 및 분석</a:t>
            </a:r>
            <a:endParaRPr lang="en-US" altLang="ko-KR" dirty="0"/>
          </a:p>
          <a:p>
            <a:pPr marL="457200" indent="-457200">
              <a:buFontTx/>
              <a:buChar char="-"/>
            </a:pPr>
            <a:endParaRPr lang="en-US" altLang="ko-KR" dirty="0"/>
          </a:p>
          <a:p>
            <a:pPr marL="457200" indent="-457200">
              <a:buFontTx/>
              <a:buChar char="-"/>
            </a:pPr>
            <a:r>
              <a:rPr lang="ko-KR" altLang="en-US" dirty="0"/>
              <a:t>결론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60081103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서론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계층형 표에서 셀 값의 의미는 </a:t>
            </a:r>
            <a:r>
              <a:rPr sz="22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행·열 머리글 경로</a:t>
            </a:r>
            <a:r>
              <a:rPr sz="22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가 결합되어야 결정된다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10698480" cy="29357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16636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24688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4.05개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문서당 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516636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5212080"/>
            <a:ext cx="24688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145.7개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566928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문서당 데이터 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257800"/>
            <a:ext cx="48463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MultiHiertt 평가 문서 기준 (재무 보고서)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RAG: 문서를 청크로 분할·색인, 유사한 청크를 LLM에 전달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정의: 청크 분할에서 머리글과 값의 분리</a:t>
            </a:r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8229600" cy="307252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1554480"/>
            <a:ext cx="2971800" cy="2331720"/>
          </a:xfrm>
          <a:prstGeom prst="roundRect">
            <a:avLst>
              <a:gd name="adj" fmla="val 8000"/>
            </a:avLst>
          </a:prstGeom>
          <a:solidFill>
            <a:srgbClr val="E8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15400" y="1691640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11.8%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0" y="2560320"/>
            <a:ext cx="27432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정답 셀이 열 머리글 없는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청크에만 포함된 문항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평가 문항 2,885개 중 339개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92040"/>
            <a:ext cx="11247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청크만 검색되면 </a:t>
            </a:r>
            <a:r>
              <a:rPr sz="18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값이 무엇의 값인지</a:t>
            </a:r>
            <a:r>
              <a:rPr sz="1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검색기도 LLM도 알 수 없다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LangChain 튜토리얼 설정(1,000자, 겹침 200자)으로 분할하여 측정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방법의 한계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19" cy="32918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3749039"/>
                <a:gridCol w="51206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단위 (단위당 평균 셀 수)</a:t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머리글과 값의 연결 문제</a:t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LangChain 청크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1,000자 청크 (37.5)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청크 경계에서 열 머리글 줄 분리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RAPTOR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100토큰 잎 청크·요약 노드 (13.3)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경계에서 분리, 요약 과정에서 값·머리글 소실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TableRAG (Chen)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스키마·열-값 쌍 (0.5)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 머리글 없음, 숫자 열은 최솟값·최댓값만 색인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TableRAG (Yu)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1,000자 청크·SQL 스키마 (30.6)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경계에서 분리, 여러 층 머리글을 열 이름 하나로 통합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12064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E8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필요한 것: </a:t>
            </a:r>
            <a:r>
              <a:rPr sz="20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셀 값과 그 값을 해석하는 머리글을 하나의 검색 단위에 함께 담는 방법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006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셀 문장 검색 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31089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셀마다 캡션·행 경로·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열 경로·값을 한 문장으로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셀 하나가 검색 단위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006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폐쇄된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520440"/>
            <a:ext cx="31089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외부 API 없이 로컬 실행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공개 임베딩 모델·LLM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학습 없이 그대로 사용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58200" y="1965960"/>
            <a:ext cx="640080" cy="640080"/>
          </a:xfrm>
          <a:prstGeom prst="ellipse">
            <a:avLst/>
          </a:prstGeom>
          <a:solidFill>
            <a:srgbClr val="006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346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비교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20440"/>
            <a:ext cx="31089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MultiHiertt 데이터셋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기존 RAG 4종과 비교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검색 성능·답변 정확도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설계 및 구현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시스템 구조 및 구성요소</a:t>
            </a:r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25880"/>
            <a:ext cx="10424160" cy="43731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모든 단계는 외부 API 없이 로컬에서 수행, 임베딩 모델과 LLM은 학습하지 않음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머리글 경로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rgbClr val="006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73352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머리글 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30175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빈 모서리 칸과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숫자 칸 비율로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머리글 행·열 판정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50208" y="2450592"/>
            <a:ext cx="329184" cy="36576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0" y="1645920"/>
            <a:ext cx="502920" cy="502920"/>
          </a:xfrm>
          <a:prstGeom prst="ellipse">
            <a:avLst/>
          </a:prstGeom>
          <a:solidFill>
            <a:srgbClr val="006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673352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경로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175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상위 계층부터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" &gt; "로 연결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절 제목 행은 행 경로 앞에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36408" y="2450592"/>
            <a:ext cx="329184" cy="36576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8200" y="1645920"/>
            <a:ext cx="502920" cy="502920"/>
          </a:xfrm>
          <a:prstGeom prst="ellipse">
            <a:avLst/>
          </a:prstGeom>
          <a:solidFill>
            <a:srgbClr val="006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673352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중복 경로 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77440"/>
            <a:ext cx="30175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같은 경로가 남지 않도록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절 제목 → 행·열 번호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→ 표 순서 순으로 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예: 계층형 표의 셀 860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E8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881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행 경로  </a:t>
            </a:r>
            <a:r>
              <a:rPr sz="2000" b="0">
                <a:solidFill>
                  <a:srgbClr val="222222"/>
                </a:solidFill>
                <a:latin typeface="Consolas"/>
                <a:ea typeface="맑은 고딕"/>
                <a:cs typeface="Consolas"/>
              </a:rPr>
              <a:t>Revenue &gt; Product</a:t>
            </a:r>
            <a:r>
              <a:rPr sz="20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        열 경로  </a:t>
            </a:r>
            <a:r>
              <a:rPr sz="2000" b="0">
                <a:solidFill>
                  <a:srgbClr val="222222"/>
                </a:solidFill>
                <a:latin typeface="Consolas"/>
                <a:ea typeface="맑은 고딕"/>
                <a:cs typeface="Consolas"/>
              </a:rPr>
              <a:t>2019 &gt; Foreign</a:t>
            </a:r>
            <a:r>
              <a:rPr sz="20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        값  </a:t>
            </a:r>
            <a:r>
              <a:rPr sz="2000" b="0">
                <a:solidFill>
                  <a:srgbClr val="222222"/>
                </a:solidFill>
                <a:latin typeface="Consolas"/>
                <a:ea typeface="맑은 고딕"/>
                <a:cs typeface="Consolas"/>
              </a:rPr>
              <a:t>860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셀 문장 생성 예시</a:t>
            </a:r>
          </a:p>
        </p:txBody>
      </p:sp>
      <p:pic>
        <p:nvPicPr>
          <p:cNvPr id="3" name="Picture 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11155680" cy="269325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4343400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28346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캡션 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434340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onsolas"/>
                <a:ea typeface="맑은 고딕"/>
                <a:cs typeface="Consolas"/>
              </a:rPr>
              <a:t>In the table '{캡션}', among {행 경로}, the value of {열 경로} is {값}.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212080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E8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28346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캡션 없음 (MultiHiertt)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5212080"/>
            <a:ext cx="8138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onsolas"/>
                <a:ea typeface="맑은 고딕"/>
                <a:cs typeface="Consolas"/>
              </a:rPr>
              <a:t>{행 경로} &gt; {열 경로}: {값}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유사도 계산 예시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E8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onsolas"/>
                <a:ea typeface="맑은 고딕"/>
                <a:cs typeface="Consolas"/>
              </a:rPr>
              <a:t>score = 0.7 × minmax(cosine) + 0.3 × minmax(BM25)</a:t>
            </a:r>
            <a:r>
              <a:rPr sz="15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     의미 유사도 + 단어 일치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질문  </a:t>
            </a:r>
            <a:r>
              <a:rPr sz="1700" b="0">
                <a:solidFill>
                  <a:srgbClr val="222222"/>
                </a:solidFill>
                <a:latin typeface="Consolas"/>
                <a:ea typeface="맑은 고딕"/>
                <a:cs typeface="Consolas"/>
              </a:rPr>
              <a:t>What is the sum of Operating revenues in 2011? (in million)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880360"/>
          <a:ext cx="11247120" cy="2514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822960"/>
                <a:gridCol w="8412480"/>
                <a:gridCol w="20116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검색된 셀 문장</a:t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E8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onsolas"/>
                          <a:ea typeface="맑은 고딕"/>
                          <a:cs typeface="Consolas"/>
                        </a:rPr>
                        <a:t>Operating revenues &gt; For the Year Ended December 31, &gt; 2011: $10,432</a:t>
                      </a:r>
                    </a:p>
                  </a:txBody>
                  <a:tcPr marL="91440" marR="91440" anchor="ctr">
                    <a:solidFill>
                      <a:srgbClr val="E8F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 셀</a:t>
                      </a:r>
                    </a:p>
                  </a:txBody>
                  <a:tcPr marL="91440" marR="91440" anchor="ctr">
                    <a:solidFill>
                      <a:srgbClr val="E8F2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onsolas"/>
                          <a:ea typeface="맑은 고딕"/>
                          <a:cs typeface="Consolas"/>
                        </a:rPr>
                        <a:t>Operating income &gt; For the Year Ended December 31, &gt; 2011: 2,083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연도만 일치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onsolas"/>
                          <a:ea typeface="맑은 고딕"/>
                          <a:cs typeface="Consolas"/>
                        </a:rPr>
                        <a:t>Operating revenues &gt; For the Year Ended December 31, &gt; 2012: $10,187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항목만 일치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onsolas"/>
                          <a:ea typeface="맑은 고딕"/>
                          <a:cs typeface="Consolas"/>
                        </a:rPr>
                        <a:t>Operating revenues &gt; For the Year Ended December 31, &gt; 2013: $10,430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항목만 일치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상위 20개 셀 문장</a:t>
            </a:r>
            <a:r>
              <a:rPr sz="15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을 LLM에 전달  ·  생성된 답 10,432 (정답)  ·  MultiHiertt 평가 문항의 실제 검색 결과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실험 및 평가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 환경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5486400" cy="34015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63040"/>
                <a:gridCol w="40233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Intel Core i5-12400F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NVIDIA RTX 3060 Ti (8GB)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8GB (WSL2 할당)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운영체제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Ubuntu 24.04.4 LTS (WSL2)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 3.12.3, PyTorch 2.12.1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63640" y="1463040"/>
          <a:ext cx="5486400" cy="22677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80160"/>
                <a:gridCol w="42062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BAAI/bge-base-en-v1.5 (768차원)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Qwen3-8B, 4비트 양자화, 그리디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재정렬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bge-reranker-v2-m3 (TableRAG(Yu)만)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263640" y="3977639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E8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3977639"/>
            <a:ext cx="512064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외부 API 미사용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모든 방법에 같은 임베딩 모델과 LLM 사용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 방법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데이터셋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310896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MultiHiertt (재무 보고서)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학습 집합에서 평가 집합 구성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검색 성능: 2,885문항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답변 정확도: 200문항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(조회 116 · 산술 84)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비교군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377440"/>
            <a:ext cx="310896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LangChain 튜토리얼 청크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RAPTOR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TableRAG (Chen)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TableRAG (Yu)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표 전체 입력 (참고)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459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평가 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77440"/>
            <a:ext cx="310896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재현율@k · 정밀도@k · MRR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셀 정밀도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답변 정확도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(표기 차이 허용 채점)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McNemar 검정 + Holm 보정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비교군은 공식 코드·튜토리얼의 파이프라인 그대로, 모든 LLM 호출과 임베딩은 제안 방법과 동일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 결과: 검색 성능 (200문항)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325880"/>
          <a:ext cx="566928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72200" y="1325880"/>
          <a:ext cx="5669280" cy="40233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440680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E8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LangChain 청크·TableRAG(Yu)</a:t>
            </a:r>
            <a:r>
              <a:rPr sz="1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는 단위당 셀 30개 이상: 재현율은 높지만 전달한 셀의 98% 이상이 정답과 무관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 결과: 답변 정확도 (200문항)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280160"/>
          <a:ext cx="731520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01000" y="1463040"/>
            <a:ext cx="3749039" cy="2103120"/>
          </a:xfrm>
          <a:prstGeom prst="roundRect">
            <a:avLst>
              <a:gd name="adj" fmla="val 8000"/>
            </a:avLst>
          </a:prstGeom>
          <a:solidFill>
            <a:srgbClr val="E8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83879" y="1554480"/>
            <a:ext cx="33832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57.5%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2468880"/>
            <a:ext cx="33832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제안 방법 115 / 200문항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조회 62.9% · 산술 50.0%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3794760"/>
            <a:ext cx="3749039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3886200"/>
            <a:ext cx="33832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Holm 보정 후 유의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LangChain 청크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RAPTOR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TableRAG (Chen)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분석: 재현율과 답변 정확도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463040"/>
          <a:ext cx="9418320" cy="38404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566160"/>
                <a:gridCol w="2926080"/>
                <a:gridCol w="292608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LangChain 청크</a:t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방법</a:t>
                      </a:r>
                    </a:p>
                  </a:txBody>
                  <a:tcPr marL="91440" marR="91440" anchor="ctr">
                    <a:solidFill>
                      <a:srgbClr val="0063B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LLM에 전달한 단위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상위 4개 청크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63B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상위 20개 셀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재현율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99.4%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63B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93.9%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전달한 셀 수 (문항당)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126.8개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63B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20개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 셀 비율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2.0%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63B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11.0%</a:t>
                      </a:r>
                    </a:p>
                  </a:txBody>
                  <a:tcPr marL="91440" marR="91440" anchor="ctr"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정확도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39.5%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63B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57.5%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371600" y="5486400"/>
            <a:ext cx="9418320" cy="640080"/>
          </a:xfrm>
          <a:prstGeom prst="roundRect">
            <a:avLst>
              <a:gd name="adj" fmla="val 8000"/>
            </a:avLst>
          </a:prstGeom>
          <a:solidFill>
            <a:srgbClr val="E8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5486400"/>
            <a:ext cx="90525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재현율이 높아도 </a:t>
            </a:r>
            <a:r>
              <a:rPr sz="18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무관한 셀이 많으면</a:t>
            </a:r>
            <a:r>
              <a:rPr sz="1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답변 정확도는 낮다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분석: 제안 방법의 오답 원인 (85문항)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325880"/>
          <a:ext cx="7498079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138160" y="15544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E8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0" y="164592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17개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560320"/>
            <a:ext cx="32918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검색 단계가 관여한 오답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(200문항의 8.5%)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977639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069080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나머지 68개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LLM의 셀 활용 단계와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데이터셋의 근거 표시 방식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머리글 경로와 캡션의 효과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머리글 경로 제거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색인만 셀 값으로 변경 (MultiHiertt 200문항)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8288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재현율@20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743200"/>
            <a:ext cx="14630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93.9%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0480" y="3044952"/>
            <a:ext cx="411480" cy="32004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743200"/>
            <a:ext cx="14630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24.7%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18288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답변 정확도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977639"/>
            <a:ext cx="14630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57.5%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40480" y="4279392"/>
            <a:ext cx="411480" cy="32004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977639"/>
            <a:ext cx="14630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16.5%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제안 방법만 맞힘 87 : 제거 조건만 맞힘 5 (유의)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캡션 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HiTab 991문항, 재현율@20 (문장 틀은 동일)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18288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표 538개
한 색인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43200"/>
            <a:ext cx="14630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81.2%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01200" y="3044952"/>
            <a:ext cx="411480" cy="32004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2743200"/>
            <a:ext cx="14630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91.4%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77639"/>
            <a:ext cx="18288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질문의
표 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977639"/>
            <a:ext cx="14630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94.5%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601200" y="4279392"/>
            <a:ext cx="411480" cy="32004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3977639"/>
            <a:ext cx="14630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96.4%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25780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캡션 있음만 : 없음만 맞힘 121 : 20, 23 : 4 (유의)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결론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1380744"/>
          </a:xfrm>
          <a:prstGeom prst="roundRect">
            <a:avLst>
              <a:gd name="adj" fmla="val 8000"/>
            </a:avLst>
          </a:prstGeom>
          <a:solidFill>
            <a:srgbClr val="E8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828800" cy="1380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71600"/>
            <a:ext cx="9052560" cy="1380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셀마다 머리글 경로를 담은 셀 문장을 검색 단위로 사용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답변 정확도 57.5%: LangChain 청크·RAPTOR·TableRAG(Chen)보다 유의하게 높음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머리글 경로를 제거하면 16.5%로 하락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53512"/>
            <a:ext cx="11247120" cy="1380744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53512"/>
            <a:ext cx="1828800" cy="1380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953512"/>
            <a:ext cx="9052560" cy="1380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학습 집합에서 평가 집합 구성, 머리글 규칙도 이 집합을 보고 결정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비교군과의 차이에 지시문 차이가 혼재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답변 정확도는 200문항에서만 평가, 조회 채점 규칙은 오답 검토 후 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35424"/>
            <a:ext cx="11247120" cy="996695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35424"/>
            <a:ext cx="1828800" cy="99669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향후 연구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535424"/>
            <a:ext cx="9052560" cy="996695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표 제목이 없는 문서에서 본문으로 표 구별 정보 추가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산술 문항에 계산 도구 결합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147</Words>
  <Application>Microsoft Office PowerPoint</Application>
  <PresentationFormat>와이드스크린</PresentationFormat>
  <Paragraphs>39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ADLaM Display</vt:lpstr>
      <vt:lpstr>Arial</vt:lpstr>
      <vt:lpstr>Office 테마</vt:lpstr>
      <vt:lpstr>폐쇄된 환경에서 계층형 표 구조의 셀 문장 임베딩 기반 RAG</vt:lpstr>
      <vt:lpstr>목차</vt:lpstr>
      <vt:lpstr>서론</vt:lpstr>
      <vt:lpstr>연구 배경</vt:lpstr>
      <vt:lpstr>설계 및 구현</vt:lpstr>
      <vt:lpstr>시스템 구조 및 구성요소 </vt:lpstr>
      <vt:lpstr>셀 문장 임베딩 및 LLM 필터링의 역할</vt:lpstr>
      <vt:lpstr>제안하는 셀 문장 생성 및 검색 원리 </vt:lpstr>
      <vt:lpstr>셀 문장 생성 예시</vt:lpstr>
      <vt:lpstr>유사도 계산 예시 </vt:lpstr>
      <vt:lpstr>실험 및 평가</vt:lpstr>
      <vt:lpstr>실험 환경</vt:lpstr>
      <vt:lpstr>실험 방법</vt:lpstr>
      <vt:lpstr>실험 결과</vt:lpstr>
      <vt:lpstr>결론 </vt:lpstr>
      <vt:lpstr>결론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손한기</dc:creator>
  <cp:lastModifiedBy>유권환</cp:lastModifiedBy>
  <cp:revision>14</cp:revision>
  <dcterms:created xsi:type="dcterms:W3CDTF">2018-05-25T08:44:55Z</dcterms:created>
  <dcterms:modified xsi:type="dcterms:W3CDTF">2026-09-29T23:58:32Z</dcterms:modified>
  <cp:version/>
</cp:coreProperties>
</file>