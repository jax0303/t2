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73" r:id="rId5"/>
    <p:sldId id="260" r:id="rId6"/>
    <p:sldId id="262" r:id="rId7"/>
    <p:sldId id="263" r:id="rId8"/>
    <p:sldId id="261" r:id="rId9"/>
    <p:sldId id="264" r:id="rId10"/>
    <p:sldId id="265" r:id="rId11"/>
    <p:sldId id="267" r:id="rId12"/>
    <p:sldId id="268" r:id="rId13"/>
    <p:sldId id="269" r:id="rId14"/>
    <p:sldId id="274" r:id="rId15"/>
    <p:sldId id="276" r:id="rId16"/>
    <p:sldId id="278" r:id="rId17"/>
    <p:sldId id="277" r:id="rId18"/>
    <p:sldId id="271" r:id="rId19"/>
    <p:sldId id="27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30752-EE42-4274-948E-AF932005F112}" v="1202" dt="2026-09-30T06:29:54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77818" autoAdjust="0"/>
  </p:normalViewPr>
  <p:slideViewPr>
    <p:cSldViewPr snapToGrid="0">
      <p:cViewPr varScale="1">
        <p:scale>
          <a:sx n="56" d="100"/>
          <a:sy n="56" d="100"/>
        </p:scale>
        <p:origin x="5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1058868446a@gmail.com" userId="b28250bd2b7e88d3" providerId="LiveId" clId="{E3826418-E712-43D4-9CD5-F35E812D8224}"/>
    <pc:docChg chg="undo redo custSel addSld delSld modSld sldOrd">
      <pc:chgData name="01058868446a@gmail.com" userId="b28250bd2b7e88d3" providerId="LiveId" clId="{E3826418-E712-43D4-9CD5-F35E812D8224}" dt="2026-09-30T06:31:00.205" v="6852" actId="20577"/>
      <pc:docMkLst>
        <pc:docMk/>
      </pc:docMkLst>
      <pc:sldChg chg="modSp mod">
        <pc:chgData name="01058868446a@gmail.com" userId="b28250bd2b7e88d3" providerId="LiveId" clId="{E3826418-E712-43D4-9CD5-F35E812D8224}" dt="2026-09-30T06:08:30.646" v="6800"/>
        <pc:sldMkLst>
          <pc:docMk/>
          <pc:sldMk cId="1133772404" sldId="256"/>
        </pc:sldMkLst>
        <pc:spChg chg="mod">
          <ac:chgData name="01058868446a@gmail.com" userId="b28250bd2b7e88d3" providerId="LiveId" clId="{E3826418-E712-43D4-9CD5-F35E812D8224}" dt="2026-09-30T06:08:30.646" v="6800"/>
          <ac:spMkLst>
            <pc:docMk/>
            <pc:sldMk cId="1133772404" sldId="256"/>
            <ac:spMk id="2" creationId="{00000000-0000-0000-0000-000000000000}"/>
          </ac:spMkLst>
        </pc:spChg>
        <pc:spChg chg="mod">
          <ac:chgData name="01058868446a@gmail.com" userId="b28250bd2b7e88d3" providerId="LiveId" clId="{E3826418-E712-43D4-9CD5-F35E812D8224}" dt="2026-09-28T07:53:31.792" v="26" actId="20577"/>
          <ac:spMkLst>
            <pc:docMk/>
            <pc:sldMk cId="1133772404" sldId="256"/>
            <ac:spMk id="3" creationId="{00000000-0000-0000-0000-000000000000}"/>
          </ac:spMkLst>
        </pc:spChg>
      </pc:sldChg>
      <pc:sldChg chg="addSp delSp modSp mod">
        <pc:chgData name="01058868446a@gmail.com" userId="b28250bd2b7e88d3" providerId="LiveId" clId="{E3826418-E712-43D4-9CD5-F35E812D8224}" dt="2026-09-30T06:11:28.636" v="6802" actId="27636"/>
        <pc:sldMkLst>
          <pc:docMk/>
          <pc:sldMk cId="460081103" sldId="258"/>
        </pc:sldMkLst>
        <pc:spChg chg="add del mod">
          <ac:chgData name="01058868446a@gmail.com" userId="b28250bd2b7e88d3" providerId="LiveId" clId="{E3826418-E712-43D4-9CD5-F35E812D8224}" dt="2026-09-30T06:11:28.636" v="6802" actId="27636"/>
          <ac:spMkLst>
            <pc:docMk/>
            <pc:sldMk cId="460081103" sldId="258"/>
            <ac:spMk id="4" creationId="{00000000-0000-0000-0000-000000000000}"/>
          </ac:spMkLst>
        </pc:spChg>
      </pc:sldChg>
      <pc:sldChg chg="addSp delSp modSp add mod">
        <pc:chgData name="01058868446a@gmail.com" userId="b28250bd2b7e88d3" providerId="LiveId" clId="{E3826418-E712-43D4-9CD5-F35E812D8224}" dt="2026-09-28T07:59:56.126" v="540" actId="478"/>
        <pc:sldMkLst>
          <pc:docMk/>
          <pc:sldMk cId="4181550118" sldId="259"/>
        </pc:sldMkLst>
        <pc:spChg chg="mod">
          <ac:chgData name="01058868446a@gmail.com" userId="b28250bd2b7e88d3" providerId="LiveId" clId="{E3826418-E712-43D4-9CD5-F35E812D8224}" dt="2026-09-28T07:59:34.886" v="538" actId="20577"/>
          <ac:spMkLst>
            <pc:docMk/>
            <pc:sldMk cId="4181550118" sldId="259"/>
            <ac:spMk id="2" creationId="{1EFAD20C-969B-7846-E65A-F71A0EEAECE6}"/>
          </ac:spMkLst>
        </pc:spChg>
      </pc:sldChg>
      <pc:sldChg chg="modSp add mod">
        <pc:chgData name="01058868446a@gmail.com" userId="b28250bd2b7e88d3" providerId="LiveId" clId="{E3826418-E712-43D4-9CD5-F35E812D8224}" dt="2026-09-30T06:24:46.786" v="6811" actId="20577"/>
        <pc:sldMkLst>
          <pc:docMk/>
          <pc:sldMk cId="4279762294" sldId="260"/>
        </pc:sldMkLst>
        <pc:spChg chg="mod">
          <ac:chgData name="01058868446a@gmail.com" userId="b28250bd2b7e88d3" providerId="LiveId" clId="{E3826418-E712-43D4-9CD5-F35E812D8224}" dt="2026-09-30T06:24:46.786" v="6811" actId="20577"/>
          <ac:spMkLst>
            <pc:docMk/>
            <pc:sldMk cId="4279762294" sldId="260"/>
            <ac:spMk id="2" creationId="{8E531D0E-3044-329F-81D8-C1C047E374AB}"/>
          </ac:spMkLst>
        </pc:spChg>
        <pc:spChg chg="mod">
          <ac:chgData name="01058868446a@gmail.com" userId="b28250bd2b7e88d3" providerId="LiveId" clId="{E3826418-E712-43D4-9CD5-F35E812D8224}" dt="2026-09-30T02:23:56.508" v="2383" actId="20577"/>
          <ac:spMkLst>
            <pc:docMk/>
            <pc:sldMk cId="4279762294" sldId="260"/>
            <ac:spMk id="4" creationId="{934E11F6-C2AD-93E5-7D7D-04CBCEEC55BC}"/>
          </ac:spMkLst>
        </pc:spChg>
      </pc:sldChg>
      <pc:sldChg chg="addSp delSp modSp add mod">
        <pc:chgData name="01058868446a@gmail.com" userId="b28250bd2b7e88d3" providerId="LiveId" clId="{E3826418-E712-43D4-9CD5-F35E812D8224}" dt="2026-09-30T02:28:49.116" v="2496" actId="22"/>
        <pc:sldMkLst>
          <pc:docMk/>
          <pc:sldMk cId="1722140573" sldId="261"/>
        </pc:sldMkLst>
        <pc:spChg chg="del mod">
          <ac:chgData name="01058868446a@gmail.com" userId="b28250bd2b7e88d3" providerId="LiveId" clId="{E3826418-E712-43D4-9CD5-F35E812D8224}" dt="2026-09-30T02:28:03.803" v="2490" actId="478"/>
          <ac:spMkLst>
            <pc:docMk/>
            <pc:sldMk cId="1722140573" sldId="261"/>
            <ac:spMk id="2" creationId="{4CF11A68-F378-C261-3694-9EDA49A837BF}"/>
          </ac:spMkLst>
        </pc:spChg>
        <pc:spChg chg="add mod">
          <ac:chgData name="01058868446a@gmail.com" userId="b28250bd2b7e88d3" providerId="LiveId" clId="{E3826418-E712-43D4-9CD5-F35E812D8224}" dt="2026-09-30T02:28:02.417" v="2489"/>
          <ac:spMkLst>
            <pc:docMk/>
            <pc:sldMk cId="1722140573" sldId="261"/>
            <ac:spMk id="3" creationId="{B69A7FEE-4D7B-658B-0B6B-40F5107C285A}"/>
          </ac:spMkLst>
        </pc:spChg>
        <pc:spChg chg="mod">
          <ac:chgData name="01058868446a@gmail.com" userId="b28250bd2b7e88d3" providerId="LiveId" clId="{E3826418-E712-43D4-9CD5-F35E812D8224}" dt="2026-09-28T08:51:12.883" v="2108" actId="20577"/>
          <ac:spMkLst>
            <pc:docMk/>
            <pc:sldMk cId="1722140573" sldId="261"/>
            <ac:spMk id="4" creationId="{FC1C6EEC-367A-27C5-3F72-AF61B19D394D}"/>
          </ac:spMkLst>
        </pc:spChg>
        <pc:spChg chg="add mod">
          <ac:chgData name="01058868446a@gmail.com" userId="b28250bd2b7e88d3" providerId="LiveId" clId="{E3826418-E712-43D4-9CD5-F35E812D8224}" dt="2026-09-30T02:28:23.136" v="2493"/>
          <ac:spMkLst>
            <pc:docMk/>
            <pc:sldMk cId="1722140573" sldId="261"/>
            <ac:spMk id="6" creationId="{2BEAB458-48C3-CD9B-96B3-5091269D253A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8" creationId="{5352F29D-F470-0517-B9EF-D0719A028202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10" creationId="{F4E7CF5C-4517-03A6-D89D-E9EDCF1DDE52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12" creationId="{59AE98F6-BFE6-7B77-8463-144C48E95CA8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4" creationId="{A91C7DD7-C5BA-04ED-F745-FD590C4AEFF8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6" creationId="{DE5689E6-428C-196A-1B28-C4AC38FB6549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8" creationId="{1FAEE5C7-3E7D-D86E-DB48-06F06324C62B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20" creationId="{3E734F84-E360-7F11-90EE-6382FB4DDADD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22" creationId="{E12FB5FA-BECE-DCA1-5319-89BD17E98DB0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26" creationId="{920B0FC2-591F-1C52-35BA-645328E983F9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0" creationId="{16822882-0054-6572-8357-D74DB3C78099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2" creationId="{FFB4907C-C8EA-3C7E-452F-870C87FB6BBB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4" creationId="{463D38C4-8D89-41B2-A805-99EECE0BAC30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6" creationId="{AC4FF1F7-E514-8257-B922-6F8A0E94B053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40" creationId="{493477D9-6D72-EDFD-3EBB-472038DCA051}"/>
          </ac:spMkLst>
        </pc:spChg>
      </pc:sldChg>
      <pc:sldChg chg="modSp add mod">
        <pc:chgData name="01058868446a@gmail.com" userId="b28250bd2b7e88d3" providerId="LiveId" clId="{E3826418-E712-43D4-9CD5-F35E812D8224}" dt="2026-09-28T08:17:59.309" v="1764" actId="20577"/>
        <pc:sldMkLst>
          <pc:docMk/>
          <pc:sldMk cId="1376205032" sldId="262"/>
        </pc:sldMkLst>
        <pc:spChg chg="mod">
          <ac:chgData name="01058868446a@gmail.com" userId="b28250bd2b7e88d3" providerId="LiveId" clId="{E3826418-E712-43D4-9CD5-F35E812D8224}" dt="2026-09-28T08:17:59.309" v="1764" actId="20577"/>
          <ac:spMkLst>
            <pc:docMk/>
            <pc:sldMk cId="1376205032" sldId="262"/>
            <ac:spMk id="2" creationId="{8358A993-CC72-8A7B-25E6-18365D9473A2}"/>
          </ac:spMkLst>
        </pc:spChg>
      </pc:sldChg>
      <pc:sldChg chg="addSp modSp add mod">
        <pc:chgData name="01058868446a@gmail.com" userId="b28250bd2b7e88d3" providerId="LiveId" clId="{E3826418-E712-43D4-9CD5-F35E812D8224}" dt="2026-09-30T02:25:49.423" v="2486" actId="1076"/>
        <pc:sldMkLst>
          <pc:docMk/>
          <pc:sldMk cId="2620599184" sldId="263"/>
        </pc:sldMkLst>
        <pc:spChg chg="mod">
          <ac:chgData name="01058868446a@gmail.com" userId="b28250bd2b7e88d3" providerId="LiveId" clId="{E3826418-E712-43D4-9CD5-F35E812D8224}" dt="2026-09-28T08:18:39.131" v="1814" actId="20577"/>
          <ac:spMkLst>
            <pc:docMk/>
            <pc:sldMk cId="2620599184" sldId="263"/>
            <ac:spMk id="2" creationId="{412FE4D2-1BC8-EAA1-F026-6A369656FAB2}"/>
          </ac:spMkLst>
        </pc:spChg>
        <pc:spChg chg="mod">
          <ac:chgData name="01058868446a@gmail.com" userId="b28250bd2b7e88d3" providerId="LiveId" clId="{E3826418-E712-43D4-9CD5-F35E812D8224}" dt="2026-09-28T08:51:16.532" v="2109" actId="20577"/>
          <ac:spMkLst>
            <pc:docMk/>
            <pc:sldMk cId="2620599184" sldId="263"/>
            <ac:spMk id="4" creationId="{2ED2BEA3-809F-5EE4-4059-54F34C7DE6C1}"/>
          </ac:spMkLst>
        </pc:spChg>
        <pc:picChg chg="add mod">
          <ac:chgData name="01058868446a@gmail.com" userId="b28250bd2b7e88d3" providerId="LiveId" clId="{E3826418-E712-43D4-9CD5-F35E812D8224}" dt="2026-09-30T02:25:49.423" v="2486" actId="1076"/>
          <ac:picMkLst>
            <pc:docMk/>
            <pc:sldMk cId="2620599184" sldId="263"/>
            <ac:picMk id="3" creationId="{B1DA5A4E-92D4-E217-32B3-5CAE239D9640}"/>
          </ac:picMkLst>
        </pc:picChg>
      </pc:sldChg>
      <pc:sldChg chg="addSp modSp add mod">
        <pc:chgData name="01058868446a@gmail.com" userId="b28250bd2b7e88d3" providerId="LiveId" clId="{E3826418-E712-43D4-9CD5-F35E812D8224}" dt="2026-09-30T02:35:02.062" v="2971" actId="20577"/>
        <pc:sldMkLst>
          <pc:docMk/>
          <pc:sldMk cId="2837604510" sldId="264"/>
        </pc:sldMkLst>
        <pc:spChg chg="mod">
          <ac:chgData name="01058868446a@gmail.com" userId="b28250bd2b7e88d3" providerId="LiveId" clId="{E3826418-E712-43D4-9CD5-F35E812D8224}" dt="2026-09-30T02:29:15.306" v="2529" actId="20577"/>
          <ac:spMkLst>
            <pc:docMk/>
            <pc:sldMk cId="2837604510" sldId="264"/>
            <ac:spMk id="2" creationId="{240CE45D-7DF0-7412-8EF0-914D85394F2D}"/>
          </ac:spMkLst>
        </pc:spChg>
        <pc:spChg chg="mod">
          <ac:chgData name="01058868446a@gmail.com" userId="b28250bd2b7e88d3" providerId="LiveId" clId="{E3826418-E712-43D4-9CD5-F35E812D8224}" dt="2026-09-30T02:35:02.062" v="2971" actId="20577"/>
          <ac:spMkLst>
            <pc:docMk/>
            <pc:sldMk cId="2837604510" sldId="264"/>
            <ac:spMk id="4" creationId="{FB6DB0A0-68AF-C2D7-E568-9A754BE0D01F}"/>
          </ac:spMkLst>
        </pc:spChg>
        <pc:picChg chg="add mod">
          <ac:chgData name="01058868446a@gmail.com" userId="b28250bd2b7e88d3" providerId="LiveId" clId="{E3826418-E712-43D4-9CD5-F35E812D8224}" dt="2026-09-30T02:32:13.558" v="2663" actId="1076"/>
          <ac:picMkLst>
            <pc:docMk/>
            <pc:sldMk cId="2837604510" sldId="264"/>
            <ac:picMk id="5" creationId="{D46F1CB7-A6B4-1537-C5EE-C97F4276EC4E}"/>
          </ac:picMkLst>
        </pc:picChg>
      </pc:sldChg>
      <pc:sldChg chg="addSp modSp add mod modNotesTx">
        <pc:chgData name="01058868446a@gmail.com" userId="b28250bd2b7e88d3" providerId="LiveId" clId="{E3826418-E712-43D4-9CD5-F35E812D8224}" dt="2026-09-30T06:29:56.494" v="6816" actId="20577"/>
        <pc:sldMkLst>
          <pc:docMk/>
          <pc:sldMk cId="2832736171" sldId="265"/>
        </pc:sldMkLst>
        <pc:spChg chg="mod">
          <ac:chgData name="01058868446a@gmail.com" userId="b28250bd2b7e88d3" providerId="LiveId" clId="{E3826418-E712-43D4-9CD5-F35E812D8224}" dt="2026-09-30T02:35:18.056" v="2996" actId="20577"/>
          <ac:spMkLst>
            <pc:docMk/>
            <pc:sldMk cId="2832736171" sldId="265"/>
            <ac:spMk id="2" creationId="{0769D4F6-2D20-D236-E920-4E6C5C025972}"/>
          </ac:spMkLst>
        </pc:spChg>
        <pc:spChg chg="mod">
          <ac:chgData name="01058868446a@gmail.com" userId="b28250bd2b7e88d3" providerId="LiveId" clId="{E3826418-E712-43D4-9CD5-F35E812D8224}" dt="2026-09-30T06:29:20.981" v="6813" actId="1076"/>
          <ac:spMkLst>
            <pc:docMk/>
            <pc:sldMk cId="2832736171" sldId="265"/>
            <ac:spMk id="4" creationId="{B2619653-D5E8-905F-AC5F-411ACC0E685B}"/>
          </ac:spMkLst>
        </pc:spChg>
        <pc:spChg chg="add mod">
          <ac:chgData name="01058868446a@gmail.com" userId="b28250bd2b7e88d3" providerId="LiveId" clId="{E3826418-E712-43D4-9CD5-F35E812D8224}" dt="2026-09-30T02:37:57.854" v="3105" actId="20577"/>
          <ac:spMkLst>
            <pc:docMk/>
            <pc:sldMk cId="2832736171" sldId="265"/>
            <ac:spMk id="7" creationId="{8C4396DC-8856-AA07-EADA-128B2505DFAA}"/>
          </ac:spMkLst>
        </pc:spChg>
        <pc:graphicFrameChg chg="add modGraphic">
          <ac:chgData name="01058868446a@gmail.com" userId="b28250bd2b7e88d3" providerId="LiveId" clId="{E3826418-E712-43D4-9CD5-F35E812D8224}" dt="2026-09-30T03:40:10.041" v="6401" actId="207"/>
          <ac:graphicFrameMkLst>
            <pc:docMk/>
            <pc:sldMk cId="2832736171" sldId="265"/>
            <ac:graphicFrameMk id="5" creationId="{739FFBBD-0768-6DEB-03C6-63ECEF82BCCC}"/>
          </ac:graphicFrameMkLst>
        </pc:graphicFrameChg>
      </pc:sldChg>
      <pc:sldChg chg="modSp add del mod">
        <pc:chgData name="01058868446a@gmail.com" userId="b28250bd2b7e88d3" providerId="LiveId" clId="{E3826418-E712-43D4-9CD5-F35E812D8224}" dt="2026-09-30T02:38:11.173" v="3108" actId="47"/>
        <pc:sldMkLst>
          <pc:docMk/>
          <pc:sldMk cId="1389767376" sldId="266"/>
        </pc:sldMkLst>
      </pc:sldChg>
      <pc:sldChg chg="modSp add mod">
        <pc:chgData name="01058868446a@gmail.com" userId="b28250bd2b7e88d3" providerId="LiveId" clId="{E3826418-E712-43D4-9CD5-F35E812D8224}" dt="2026-09-28T08:50:30.643" v="2075" actId="20577"/>
        <pc:sldMkLst>
          <pc:docMk/>
          <pc:sldMk cId="3384968672" sldId="267"/>
        </pc:sldMkLst>
        <pc:spChg chg="mod">
          <ac:chgData name="01058868446a@gmail.com" userId="b28250bd2b7e88d3" providerId="LiveId" clId="{E3826418-E712-43D4-9CD5-F35E812D8224}" dt="2026-09-28T08:50:30.643" v="2075" actId="20577"/>
          <ac:spMkLst>
            <pc:docMk/>
            <pc:sldMk cId="3384968672" sldId="267"/>
            <ac:spMk id="2" creationId="{BAE3BEDD-1104-68D7-1A9D-FFF500803ADC}"/>
          </ac:spMkLst>
        </pc:spChg>
      </pc:sldChg>
      <pc:sldChg chg="addSp modSp add mod">
        <pc:chgData name="01058868446a@gmail.com" userId="b28250bd2b7e88d3" providerId="LiveId" clId="{E3826418-E712-43D4-9CD5-F35E812D8224}" dt="2026-09-30T03:44:16.025" v="6493" actId="207"/>
        <pc:sldMkLst>
          <pc:docMk/>
          <pc:sldMk cId="2970117328" sldId="268"/>
        </pc:sldMkLst>
        <pc:spChg chg="mod">
          <ac:chgData name="01058868446a@gmail.com" userId="b28250bd2b7e88d3" providerId="LiveId" clId="{E3826418-E712-43D4-9CD5-F35E812D8224}" dt="2026-09-28T08:50:44.473" v="2103" actId="20577"/>
          <ac:spMkLst>
            <pc:docMk/>
            <pc:sldMk cId="2970117328" sldId="268"/>
            <ac:spMk id="2" creationId="{6D67FD28-D05E-0BB6-F7B5-B5820558093F}"/>
          </ac:spMkLst>
        </pc:spChg>
        <pc:spChg chg="mod">
          <ac:chgData name="01058868446a@gmail.com" userId="b28250bd2b7e88d3" providerId="LiveId" clId="{E3826418-E712-43D4-9CD5-F35E812D8224}" dt="2026-09-28T08:51:02.012" v="2104" actId="20577"/>
          <ac:spMkLst>
            <pc:docMk/>
            <pc:sldMk cId="2970117328" sldId="268"/>
            <ac:spMk id="4" creationId="{384541D5-946C-AF90-6C40-BF00B102F9C1}"/>
          </ac:spMkLst>
        </pc:spChg>
        <pc:graphicFrameChg chg="add modGraphic">
          <ac:chgData name="01058868446a@gmail.com" userId="b28250bd2b7e88d3" providerId="LiveId" clId="{E3826418-E712-43D4-9CD5-F35E812D8224}" dt="2026-09-30T03:40:16.492" v="6402" actId="207"/>
          <ac:graphicFrameMkLst>
            <pc:docMk/>
            <pc:sldMk cId="2970117328" sldId="268"/>
            <ac:graphicFrameMk id="5" creationId="{E09E28B7-97FB-C412-D79A-C0C95D1BA456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3:44:16.025" v="6493" actId="207"/>
          <ac:graphicFrameMkLst>
            <pc:docMk/>
            <pc:sldMk cId="2970117328" sldId="268"/>
            <ac:graphicFrameMk id="7" creationId="{907C7DE7-56A4-84F7-ED18-A5092891C435}"/>
          </ac:graphicFrameMkLst>
        </pc:graphicFrameChg>
      </pc:sldChg>
      <pc:sldChg chg="modSp add mod">
        <pc:chgData name="01058868446a@gmail.com" userId="b28250bd2b7e88d3" providerId="LiveId" clId="{E3826418-E712-43D4-9CD5-F35E812D8224}" dt="2026-09-30T03:02:03.993" v="4311" actId="20577"/>
        <pc:sldMkLst>
          <pc:docMk/>
          <pc:sldMk cId="389025364" sldId="269"/>
        </pc:sldMkLst>
        <pc:spChg chg="mod">
          <ac:chgData name="01058868446a@gmail.com" userId="b28250bd2b7e88d3" providerId="LiveId" clId="{E3826418-E712-43D4-9CD5-F35E812D8224}" dt="2026-09-28T08:51:36.577" v="2120" actId="20577"/>
          <ac:spMkLst>
            <pc:docMk/>
            <pc:sldMk cId="389025364" sldId="269"/>
            <ac:spMk id="2" creationId="{0BA9C73E-F9C7-E085-3411-063D7319081E}"/>
          </ac:spMkLst>
        </pc:spChg>
        <pc:spChg chg="mod">
          <ac:chgData name="01058868446a@gmail.com" userId="b28250bd2b7e88d3" providerId="LiveId" clId="{E3826418-E712-43D4-9CD5-F35E812D8224}" dt="2026-09-30T03:02:03.993" v="4311" actId="20577"/>
          <ac:spMkLst>
            <pc:docMk/>
            <pc:sldMk cId="389025364" sldId="269"/>
            <ac:spMk id="4" creationId="{2603F675-3B14-7539-0D45-97B9AC57DD24}"/>
          </ac:spMkLst>
        </pc:spChg>
      </pc:sldChg>
      <pc:sldChg chg="addSp delSp modSp add mod ord">
        <pc:chgData name="01058868446a@gmail.com" userId="b28250bd2b7e88d3" providerId="LiveId" clId="{E3826418-E712-43D4-9CD5-F35E812D8224}" dt="2026-09-30T03:38:07.532" v="6384" actId="20577"/>
        <pc:sldMkLst>
          <pc:docMk/>
          <pc:sldMk cId="2995791924" sldId="270"/>
        </pc:sldMkLst>
        <pc:spChg chg="mod">
          <ac:chgData name="01058868446a@gmail.com" userId="b28250bd2b7e88d3" providerId="LiveId" clId="{E3826418-E712-43D4-9CD5-F35E812D8224}" dt="2026-09-30T03:38:07.532" v="6384" actId="20577"/>
          <ac:spMkLst>
            <pc:docMk/>
            <pc:sldMk cId="2995791924" sldId="270"/>
            <ac:spMk id="2" creationId="{FFAC935F-B6E5-1068-839D-61C05836518A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3" creationId="{D2E13D4E-49BF-EFD9-F1FC-138FD69EEB38}"/>
          </ac:spMkLst>
        </pc:spChg>
        <pc:spChg chg="mod">
          <ac:chgData name="01058868446a@gmail.com" userId="b28250bd2b7e88d3" providerId="LiveId" clId="{E3826418-E712-43D4-9CD5-F35E812D8224}" dt="2026-09-30T03:37:36.152" v="6363" actId="20577"/>
          <ac:spMkLst>
            <pc:docMk/>
            <pc:sldMk cId="2995791924" sldId="270"/>
            <ac:spMk id="4" creationId="{3984D9EF-F1CC-B07E-445B-B8EDE3BB9EA3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5" creationId="{20DBE718-4CBF-C427-9128-44F260290045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6" creationId="{E992D07D-0B65-DA05-018D-106AC5955F63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7" creationId="{87997283-7AC8-3432-E501-8820E142D4D6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8" creationId="{DBA04EAD-3EF0-D441-16C7-55B6FA37A4C0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9" creationId="{CB8FB232-3571-4496-45AA-F558439816FF}"/>
          </ac:spMkLst>
        </pc:spChg>
        <pc:spChg chg="add mod">
          <ac:chgData name="01058868446a@gmail.com" userId="b28250bd2b7e88d3" providerId="LiveId" clId="{E3826418-E712-43D4-9CD5-F35E812D8224}" dt="2026-09-30T03:05:37.248" v="4639" actId="14100"/>
          <ac:spMkLst>
            <pc:docMk/>
            <pc:sldMk cId="2995791924" sldId="270"/>
            <ac:spMk id="10" creationId="{A3F534B6-267F-0814-4452-DBA7E0AAA588}"/>
          </ac:spMkLst>
        </pc:spChg>
        <pc:picChg chg="add del mod">
          <ac:chgData name="01058868446a@gmail.com" userId="b28250bd2b7e88d3" providerId="LiveId" clId="{E3826418-E712-43D4-9CD5-F35E812D8224}" dt="2026-09-30T03:06:24.207" v="4646" actId="478"/>
          <ac:picMkLst>
            <pc:docMk/>
            <pc:sldMk cId="2995791924" sldId="270"/>
            <ac:picMk id="12" creationId="{9C369327-934F-457B-1AF1-035B4EE677FB}"/>
          </ac:picMkLst>
        </pc:picChg>
        <pc:picChg chg="add del mod">
          <ac:chgData name="01058868446a@gmail.com" userId="b28250bd2b7e88d3" providerId="LiveId" clId="{E3826418-E712-43D4-9CD5-F35E812D8224}" dt="2026-09-30T03:37:51.650" v="6367" actId="478"/>
          <ac:picMkLst>
            <pc:docMk/>
            <pc:sldMk cId="2995791924" sldId="270"/>
            <ac:picMk id="14" creationId="{6B792D5D-AE42-BBFA-91EC-833513A3CA2D}"/>
          </ac:picMkLst>
        </pc:picChg>
        <pc:picChg chg="add del">
          <ac:chgData name="01058868446a@gmail.com" userId="b28250bd2b7e88d3" providerId="LiveId" clId="{E3826418-E712-43D4-9CD5-F35E812D8224}" dt="2026-09-30T03:37:58.056" v="6369" actId="478"/>
          <ac:picMkLst>
            <pc:docMk/>
            <pc:sldMk cId="2995791924" sldId="270"/>
            <ac:picMk id="16" creationId="{F61967FE-58F6-04B9-C86E-C1FABDFC9E00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6" creationId="{86A30BBF-8BD6-3C00-8636-A505D9060A79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7" creationId="{0A34E10F-1431-7E6E-0A4F-503495E38BA9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8" creationId="{C38381D6-A8F2-FBC2-4E91-4DC9C1A87536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9" creationId="{55D322AA-925A-CB0A-6388-0148AC00C520}"/>
          </ac:picMkLst>
        </pc:picChg>
        <pc:picChg chg="add del mod">
          <ac:chgData name="01058868446a@gmail.com" userId="b28250bd2b7e88d3" providerId="LiveId" clId="{E3826418-E712-43D4-9CD5-F35E812D8224}" dt="2026-09-30T03:06:01.381" v="4641" actId="478"/>
          <ac:picMkLst>
            <pc:docMk/>
            <pc:sldMk cId="2995791924" sldId="270"/>
            <ac:picMk id="1036" creationId="{615D7630-D8A1-D42B-A32A-C9E244DB897F}"/>
          </ac:picMkLst>
        </pc:picChg>
      </pc:sldChg>
      <pc:sldChg chg="modSp add mod">
        <pc:chgData name="01058868446a@gmail.com" userId="b28250bd2b7e88d3" providerId="LiveId" clId="{E3826418-E712-43D4-9CD5-F35E812D8224}" dt="2026-09-28T09:04:41.722" v="2178" actId="20577"/>
        <pc:sldMkLst>
          <pc:docMk/>
          <pc:sldMk cId="296510262" sldId="271"/>
        </pc:sldMkLst>
        <pc:spChg chg="mod">
          <ac:chgData name="01058868446a@gmail.com" userId="b28250bd2b7e88d3" providerId="LiveId" clId="{E3826418-E712-43D4-9CD5-F35E812D8224}" dt="2026-09-28T09:04:41.722" v="2178" actId="20577"/>
          <ac:spMkLst>
            <pc:docMk/>
            <pc:sldMk cId="296510262" sldId="271"/>
            <ac:spMk id="2" creationId="{17388D3C-EA05-AF54-2446-6355A71E19CF}"/>
          </ac:spMkLst>
        </pc:spChg>
      </pc:sldChg>
      <pc:sldChg chg="addSp modSp add mod">
        <pc:chgData name="01058868446a@gmail.com" userId="b28250bd2b7e88d3" providerId="LiveId" clId="{E3826418-E712-43D4-9CD5-F35E812D8224}" dt="2026-09-30T06:31:00.205" v="6852" actId="20577"/>
        <pc:sldMkLst>
          <pc:docMk/>
          <pc:sldMk cId="2156180285" sldId="272"/>
        </pc:sldMkLst>
        <pc:spChg chg="mod">
          <ac:chgData name="01058868446a@gmail.com" userId="b28250bd2b7e88d3" providerId="LiveId" clId="{E3826418-E712-43D4-9CD5-F35E812D8224}" dt="2026-09-28T09:06:04.476" v="2192" actId="20577"/>
          <ac:spMkLst>
            <pc:docMk/>
            <pc:sldMk cId="2156180285" sldId="272"/>
            <ac:spMk id="2" creationId="{5C4D919F-84ED-8277-0FEF-CB53502B90A2}"/>
          </ac:spMkLst>
        </pc:spChg>
        <pc:spChg chg="add mod">
          <ac:chgData name="01058868446a@gmail.com" userId="b28250bd2b7e88d3" providerId="LiveId" clId="{E3826418-E712-43D4-9CD5-F35E812D8224}" dt="2026-09-30T02:28:04.952" v="2492"/>
          <ac:spMkLst>
            <pc:docMk/>
            <pc:sldMk cId="2156180285" sldId="272"/>
            <ac:spMk id="3" creationId="{08FAAFFA-2EBC-5733-CF47-9BBFF053DFA3}"/>
          </ac:spMkLst>
        </pc:spChg>
        <pc:spChg chg="mod">
          <ac:chgData name="01058868446a@gmail.com" userId="b28250bd2b7e88d3" providerId="LiveId" clId="{E3826418-E712-43D4-9CD5-F35E812D8224}" dt="2026-09-30T06:31:00.205" v="6852" actId="20577"/>
          <ac:spMkLst>
            <pc:docMk/>
            <pc:sldMk cId="2156180285" sldId="272"/>
            <ac:spMk id="4" creationId="{1A0CC2D6-BAE2-71CA-B777-D368D6D1F2D0}"/>
          </ac:spMkLst>
        </pc:spChg>
      </pc:sldChg>
      <pc:sldChg chg="modSp add mod">
        <pc:chgData name="01058868446a@gmail.com" userId="b28250bd2b7e88d3" providerId="LiveId" clId="{E3826418-E712-43D4-9CD5-F35E812D8224}" dt="2026-09-30T06:05:36.181" v="6799"/>
        <pc:sldMkLst>
          <pc:docMk/>
          <pc:sldMk cId="3550738615" sldId="273"/>
        </pc:sldMkLst>
        <pc:spChg chg="mod">
          <ac:chgData name="01058868446a@gmail.com" userId="b28250bd2b7e88d3" providerId="LiveId" clId="{E3826418-E712-43D4-9CD5-F35E812D8224}" dt="2026-09-30T06:05:36.181" v="6799"/>
          <ac:spMkLst>
            <pc:docMk/>
            <pc:sldMk cId="3550738615" sldId="273"/>
            <ac:spMk id="4" creationId="{41E554A2-5754-40CC-9335-1618CF5B1E39}"/>
          </ac:spMkLst>
        </pc:spChg>
      </pc:sldChg>
      <pc:sldChg chg="modSp add mod">
        <pc:chgData name="01058868446a@gmail.com" userId="b28250bd2b7e88d3" providerId="LiveId" clId="{E3826418-E712-43D4-9CD5-F35E812D8224}" dt="2026-09-30T06:04:05.462" v="6786" actId="20577"/>
        <pc:sldMkLst>
          <pc:docMk/>
          <pc:sldMk cId="3282069283" sldId="274"/>
        </pc:sldMkLst>
        <pc:spChg chg="mod">
          <ac:chgData name="01058868446a@gmail.com" userId="b28250bd2b7e88d3" providerId="LiveId" clId="{E3826418-E712-43D4-9CD5-F35E812D8224}" dt="2026-09-30T06:04:05.462" v="6786" actId="20577"/>
          <ac:spMkLst>
            <pc:docMk/>
            <pc:sldMk cId="3282069283" sldId="274"/>
            <ac:spMk id="4" creationId="{A0418F67-E777-02AA-8B5B-F629B28B71CE}"/>
          </ac:spMkLst>
        </pc:spChg>
      </pc:sldChg>
      <pc:sldChg chg="addSp delSp modSp add mod">
        <pc:chgData name="01058868446a@gmail.com" userId="b28250bd2b7e88d3" providerId="LiveId" clId="{E3826418-E712-43D4-9CD5-F35E812D8224}" dt="2026-09-30T03:38:21.209" v="6391" actId="478"/>
        <pc:sldMkLst>
          <pc:docMk/>
          <pc:sldMk cId="1168799325" sldId="275"/>
        </pc:sldMkLst>
        <pc:spChg chg="mod">
          <ac:chgData name="01058868446a@gmail.com" userId="b28250bd2b7e88d3" providerId="LiveId" clId="{E3826418-E712-43D4-9CD5-F35E812D8224}" dt="2026-09-30T03:38:11.958" v="6385" actId="20577"/>
          <ac:spMkLst>
            <pc:docMk/>
            <pc:sldMk cId="1168799325" sldId="275"/>
            <ac:spMk id="4" creationId="{0F711C1C-161E-03ED-9A72-CB87B29706F2}"/>
          </ac:spMkLst>
        </pc:spChg>
        <pc:spChg chg="mod">
          <ac:chgData name="01058868446a@gmail.com" userId="b28250bd2b7e88d3" providerId="LiveId" clId="{E3826418-E712-43D4-9CD5-F35E812D8224}" dt="2026-09-30T03:38:18.666" v="6388" actId="1076"/>
          <ac:spMkLst>
            <pc:docMk/>
            <pc:sldMk cId="1168799325" sldId="275"/>
            <ac:spMk id="10" creationId="{9D71313E-AE7F-CD01-C2CF-5DD7EF20BECC}"/>
          </ac:spMkLst>
        </pc:spChg>
        <pc:picChg chg="add del mod">
          <ac:chgData name="01058868446a@gmail.com" userId="b28250bd2b7e88d3" providerId="LiveId" clId="{E3826418-E712-43D4-9CD5-F35E812D8224}" dt="2026-09-30T03:38:21.209" v="6391" actId="478"/>
          <ac:picMkLst>
            <pc:docMk/>
            <pc:sldMk cId="1168799325" sldId="275"/>
            <ac:picMk id="14" creationId="{6878788C-B489-F268-778E-61ABC1B77EAE}"/>
          </ac:picMkLst>
        </pc:picChg>
      </pc:sldChg>
      <pc:sldChg chg="addSp delSp modSp add del mod">
        <pc:chgData name="01058868446a@gmail.com" userId="b28250bd2b7e88d3" providerId="LiveId" clId="{E3826418-E712-43D4-9CD5-F35E812D8224}" dt="2026-09-30T05:12:08.240" v="6771" actId="20577"/>
        <pc:sldMkLst>
          <pc:docMk/>
          <pc:sldMk cId="2528651128" sldId="276"/>
        </pc:sldMkLst>
        <pc:spChg chg="mod">
          <ac:chgData name="01058868446a@gmail.com" userId="b28250bd2b7e88d3" providerId="LiveId" clId="{E3826418-E712-43D4-9CD5-F35E812D8224}" dt="2026-09-30T04:35:12.012" v="6728" actId="20577"/>
          <ac:spMkLst>
            <pc:docMk/>
            <pc:sldMk cId="2528651128" sldId="276"/>
            <ac:spMk id="4" creationId="{4FE9E207-87EF-836A-EC4B-5962461004C4}"/>
          </ac:spMkLst>
        </pc:spChg>
        <pc:spChg chg="add del mod">
          <ac:chgData name="01058868446a@gmail.com" userId="b28250bd2b7e88d3" providerId="LiveId" clId="{E3826418-E712-43D4-9CD5-F35E812D8224}" dt="2026-09-30T03:51:04.334" v="6621" actId="478"/>
          <ac:spMkLst>
            <pc:docMk/>
            <pc:sldMk cId="2528651128" sldId="276"/>
            <ac:spMk id="7" creationId="{C9AD5278-3C99-EB76-E832-A9B6834A09D0}"/>
          </ac:spMkLst>
        </pc:spChg>
        <pc:graphicFrameChg chg="add mod">
          <ac:chgData name="01058868446a@gmail.com" userId="b28250bd2b7e88d3" providerId="LiveId" clId="{E3826418-E712-43D4-9CD5-F35E812D8224}" dt="2026-09-30T03:38:33.290" v="6395"/>
          <ac:graphicFrameMkLst>
            <pc:docMk/>
            <pc:sldMk cId="2528651128" sldId="276"/>
            <ac:graphicFrameMk id="3" creationId="{F3844DA3-1D61-1201-34D1-1EE81C0127D3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5:07:54.488" v="6767" actId="14734"/>
          <ac:graphicFrameMkLst>
            <pc:docMk/>
            <pc:sldMk cId="2528651128" sldId="276"/>
            <ac:graphicFrameMk id="5" creationId="{B1ACC075-DB5C-0471-E136-2A894CC4DA91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5:12:08.240" v="6771" actId="20577"/>
          <ac:graphicFrameMkLst>
            <pc:docMk/>
            <pc:sldMk cId="2528651128" sldId="276"/>
            <ac:graphicFrameMk id="6" creationId="{856E503A-B563-DF15-D265-7261DB651C78}"/>
          </ac:graphicFrameMkLst>
        </pc:graphicFrameChg>
        <pc:picChg chg="del">
          <ac:chgData name="01058868446a@gmail.com" userId="b28250bd2b7e88d3" providerId="LiveId" clId="{E3826418-E712-43D4-9CD5-F35E812D8224}" dt="2026-09-30T03:38:41.648" v="6396" actId="478"/>
          <ac:picMkLst>
            <pc:docMk/>
            <pc:sldMk cId="2528651128" sldId="276"/>
            <ac:picMk id="14" creationId="{C8063AAE-D423-52B8-047E-A8917DDE1111}"/>
          </ac:picMkLst>
        </pc:picChg>
      </pc:sldChg>
      <pc:sldChg chg="delSp modSp add mod">
        <pc:chgData name="01058868446a@gmail.com" userId="b28250bd2b7e88d3" providerId="LiveId" clId="{E3826418-E712-43D4-9CD5-F35E812D8224}" dt="2026-09-30T04:37:11.529" v="6765" actId="14734"/>
        <pc:sldMkLst>
          <pc:docMk/>
          <pc:sldMk cId="1081116697" sldId="277"/>
        </pc:sldMkLst>
        <pc:spChg chg="mod">
          <ac:chgData name="01058868446a@gmail.com" userId="b28250bd2b7e88d3" providerId="LiveId" clId="{E3826418-E712-43D4-9CD5-F35E812D8224}" dt="2026-09-30T04:36:36.849" v="6751" actId="255"/>
          <ac:spMkLst>
            <pc:docMk/>
            <pc:sldMk cId="1081116697" sldId="277"/>
            <ac:spMk id="2" creationId="{56490608-A20B-030D-08BB-3D2A4FB9F798}"/>
          </ac:spMkLst>
        </pc:spChg>
        <pc:spChg chg="mod">
          <ac:chgData name="01058868446a@gmail.com" userId="b28250bd2b7e88d3" providerId="LiveId" clId="{E3826418-E712-43D4-9CD5-F35E812D8224}" dt="2026-09-30T04:36:36.849" v="6751" actId="255"/>
          <ac:spMkLst>
            <pc:docMk/>
            <pc:sldMk cId="1081116697" sldId="277"/>
            <ac:spMk id="4" creationId="{68E5B126-4054-18D4-8C4C-FB81FC796EAE}"/>
          </ac:spMkLst>
        </pc:spChg>
        <pc:spChg chg="mod">
          <ac:chgData name="01058868446a@gmail.com" userId="b28250bd2b7e88d3" providerId="LiveId" clId="{E3826418-E712-43D4-9CD5-F35E812D8224}" dt="2026-09-30T04:36:37.969" v="6752" actId="255"/>
          <ac:spMkLst>
            <pc:docMk/>
            <pc:sldMk cId="1081116697" sldId="277"/>
            <ac:spMk id="10" creationId="{5DA6C7F2-5963-4581-EDAE-257B92501C40}"/>
          </ac:spMkLst>
        </pc:spChg>
        <pc:graphicFrameChg chg="mod modGraphic">
          <ac:chgData name="01058868446a@gmail.com" userId="b28250bd2b7e88d3" providerId="LiveId" clId="{E3826418-E712-43D4-9CD5-F35E812D8224}" dt="2026-09-30T04:37:11.529" v="6765" actId="14734"/>
          <ac:graphicFrameMkLst>
            <pc:docMk/>
            <pc:sldMk cId="1081116697" sldId="277"/>
            <ac:graphicFrameMk id="5" creationId="{1DB2F5F1-E71A-ABE0-5D07-A3E96A293A4C}"/>
          </ac:graphicFrameMkLst>
        </pc:graphicFrameChg>
        <pc:graphicFrameChg chg="del">
          <ac:chgData name="01058868446a@gmail.com" userId="b28250bd2b7e88d3" providerId="LiveId" clId="{E3826418-E712-43D4-9CD5-F35E812D8224}" dt="2026-09-30T04:35:34.809" v="6743" actId="478"/>
          <ac:graphicFrameMkLst>
            <pc:docMk/>
            <pc:sldMk cId="1081116697" sldId="277"/>
            <ac:graphicFrameMk id="6" creationId="{C23BFD94-5416-0843-41EB-83F35CDECFF9}"/>
          </ac:graphicFrameMkLst>
        </pc:graphicFrameChg>
      </pc:sldChg>
      <pc:sldChg chg="delSp modSp add del mod">
        <pc:chgData name="01058868446a@gmail.com" userId="b28250bd2b7e88d3" providerId="LiveId" clId="{E3826418-E712-43D4-9CD5-F35E812D8224}" dt="2026-09-30T05:59:06.916" v="6784" actId="47"/>
        <pc:sldMkLst>
          <pc:docMk/>
          <pc:sldMk cId="634094152" sldId="278"/>
        </pc:sldMkLst>
        <pc:graphicFrameChg chg="del mod modGraphic">
          <ac:chgData name="01058868446a@gmail.com" userId="b28250bd2b7e88d3" providerId="LiveId" clId="{E3826418-E712-43D4-9CD5-F35E812D8224}" dt="2026-09-30T05:59:03.550" v="6782" actId="478"/>
          <ac:graphicFrameMkLst>
            <pc:docMk/>
            <pc:sldMk cId="634094152" sldId="278"/>
            <ac:graphicFrameMk id="5" creationId="{69E0E1B4-DA7F-735F-3DEA-82AA12A9CF63}"/>
          </ac:graphicFrameMkLst>
        </pc:graphicFrameChg>
        <pc:graphicFrameChg chg="del mod">
          <ac:chgData name="01058868446a@gmail.com" userId="b28250bd2b7e88d3" providerId="LiveId" clId="{E3826418-E712-43D4-9CD5-F35E812D8224}" dt="2026-09-30T05:59:05.653" v="6783" actId="478"/>
          <ac:graphicFrameMkLst>
            <pc:docMk/>
            <pc:sldMk cId="634094152" sldId="278"/>
            <ac:graphicFrameMk id="6" creationId="{F85F2AA2-FB69-FC00-6656-52A6130A425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7C3E755F-71C8-4B25-BAE8-15D69950B472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603EBE0F-152B-4AA6-BEA6-EC76E0A98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62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제목 나중에 수정해야 할 듯</a:t>
            </a:r>
            <a:r>
              <a:rPr lang="en-US" altLang="ko-KR" dirty="0"/>
              <a:t>(</a:t>
            </a:r>
            <a:r>
              <a:rPr lang="ko-KR" altLang="en-US" dirty="0"/>
              <a:t>폐쇄된 환경이라는 절은 삭제하고</a:t>
            </a:r>
            <a:r>
              <a:rPr lang="en-US" altLang="ko-KR" dirty="0"/>
              <a:t>, </a:t>
            </a:r>
            <a:r>
              <a:rPr lang="ko-KR" altLang="en-US" dirty="0" err="1"/>
              <a:t>주장하는바가</a:t>
            </a:r>
            <a:r>
              <a:rPr lang="ko-KR" altLang="en-US" dirty="0"/>
              <a:t> 드러나도록 </a:t>
            </a:r>
            <a:r>
              <a:rPr lang="ko-KR" altLang="en-US" dirty="0" err="1"/>
              <a:t>쓰는게</a:t>
            </a:r>
            <a:r>
              <a:rPr lang="ko-KR" altLang="en-US" dirty="0"/>
              <a:t> </a:t>
            </a:r>
            <a:r>
              <a:rPr lang="ko-KR" altLang="en-US" dirty="0" err="1"/>
              <a:t>좋을듯</a:t>
            </a:r>
            <a:r>
              <a:rPr lang="en-US" altLang="ko-KR"/>
              <a:t>)</a:t>
            </a:r>
            <a:endParaRPr lang="en-US" altLang="ko-KR" dirty="0"/>
          </a:p>
          <a:p>
            <a:r>
              <a:rPr lang="ko-KR" altLang="en-US" dirty="0"/>
              <a:t>전체적으로 </a:t>
            </a:r>
            <a:r>
              <a:rPr lang="ko-KR" altLang="en-US" dirty="0" err="1"/>
              <a:t>개행</a:t>
            </a:r>
            <a:r>
              <a:rPr lang="ko-KR" altLang="en-US" dirty="0"/>
              <a:t> 조정 및 색인 </a:t>
            </a:r>
            <a:r>
              <a:rPr lang="en-US" altLang="ko-KR" dirty="0"/>
              <a:t>&lt;&lt; </a:t>
            </a:r>
            <a:r>
              <a:rPr lang="ko-KR" altLang="en-US" dirty="0"/>
              <a:t>용어 확인하고 변경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95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</a:t>
            </a:r>
            <a:r>
              <a:rPr lang="ko-KR" altLang="en-US" dirty="0"/>
              <a:t>를 위해 </a:t>
            </a:r>
            <a:r>
              <a:rPr lang="en-US" altLang="ko-KR" dirty="0"/>
              <a:t>C </a:t>
            </a:r>
            <a:r>
              <a:rPr lang="ko-KR" altLang="en-US" dirty="0"/>
              <a:t>방법이</a:t>
            </a:r>
            <a:r>
              <a:rPr lang="en-US" altLang="ko-KR" dirty="0"/>
              <a:t>, B</a:t>
            </a:r>
            <a:r>
              <a:rPr lang="ko-KR" altLang="en-US" dirty="0"/>
              <a:t>를 위해 </a:t>
            </a:r>
            <a:r>
              <a:rPr lang="en-US" altLang="ko-KR" dirty="0"/>
              <a:t>D</a:t>
            </a:r>
            <a:r>
              <a:rPr lang="ko-KR" altLang="en-US" dirty="0"/>
              <a:t>방법이 나왔지만 이를 둘 다 해결하는 연구는 진행되지 않음</a:t>
            </a:r>
            <a:r>
              <a:rPr lang="en-US" altLang="ko-KR" dirty="0"/>
              <a:t>&gt;&gt; </a:t>
            </a:r>
            <a:r>
              <a:rPr lang="ko-KR" altLang="en-US" dirty="0"/>
              <a:t>이런 식으로 </a:t>
            </a:r>
            <a:r>
              <a:rPr lang="ko-KR" altLang="en-US" dirty="0" err="1"/>
              <a:t>가야할</a:t>
            </a:r>
            <a:r>
              <a:rPr lang="ko-KR" altLang="en-US" dirty="0"/>
              <a:t> 것 같아</a:t>
            </a:r>
            <a:r>
              <a:rPr lang="en-US" altLang="ko-KR" dirty="0"/>
              <a:t>. </a:t>
            </a:r>
            <a:r>
              <a:rPr lang="ko-KR" altLang="en-US" dirty="0"/>
              <a:t>그러니까 </a:t>
            </a:r>
            <a:r>
              <a:rPr lang="ko-KR" altLang="en-US" dirty="0" err="1"/>
              <a:t>청킹문제</a:t>
            </a:r>
            <a:r>
              <a:rPr lang="ko-KR" altLang="en-US" dirty="0"/>
              <a:t> 때문에 이런 방법론들이 있었고</a:t>
            </a:r>
            <a:r>
              <a:rPr lang="en-US" altLang="ko-KR" dirty="0"/>
              <a:t>, </a:t>
            </a:r>
            <a:r>
              <a:rPr lang="ko-KR" altLang="en-US" dirty="0"/>
              <a:t>머리글 분리 문제 개선을 위해 이런 방법론이 나왔지만</a:t>
            </a:r>
            <a:r>
              <a:rPr lang="en-US" altLang="ko-KR" dirty="0"/>
              <a:t>, </a:t>
            </a:r>
            <a:r>
              <a:rPr lang="ko-KR" altLang="en-US" dirty="0"/>
              <a:t>이를 동시에 해결하는 연구는 아직 없다</a:t>
            </a:r>
            <a:r>
              <a:rPr lang="en-US" altLang="ko-KR" dirty="0"/>
              <a:t>&gt; </a:t>
            </a:r>
            <a:r>
              <a:rPr lang="ko-KR" altLang="en-US" dirty="0" err="1"/>
              <a:t>이런느낌으로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RECALL</a:t>
            </a:r>
            <a:r>
              <a:rPr lang="ko-KR" altLang="en-US" dirty="0"/>
              <a:t>높아도 </a:t>
            </a:r>
            <a:r>
              <a:rPr lang="en-US" altLang="ko-KR" dirty="0"/>
              <a:t>PR </a:t>
            </a:r>
            <a:r>
              <a:rPr lang="ko-KR" altLang="en-US" dirty="0"/>
              <a:t>낮으면 답변 </a:t>
            </a:r>
            <a:r>
              <a:rPr lang="ko-KR" altLang="en-US" dirty="0" err="1"/>
              <a:t>어큐러시</a:t>
            </a:r>
            <a:r>
              <a:rPr lang="ko-KR" altLang="en-US" dirty="0"/>
              <a:t> </a:t>
            </a:r>
            <a:r>
              <a:rPr lang="ko-KR" altLang="en-US" dirty="0" err="1"/>
              <a:t>낮은거</a:t>
            </a:r>
            <a:r>
              <a:rPr lang="ko-KR" altLang="en-US" dirty="0"/>
              <a:t> 타 논문으로 인용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두번쨰</a:t>
            </a:r>
            <a:r>
              <a:rPr lang="ko-KR" altLang="en-US" dirty="0"/>
              <a:t> 문제 쉽게 그림으로 설명 </a:t>
            </a:r>
            <a:r>
              <a:rPr lang="en-US" altLang="ko-KR" dirty="0"/>
              <a:t>+ </a:t>
            </a:r>
            <a:r>
              <a:rPr lang="ko-KR" altLang="en-US" dirty="0"/>
              <a:t>더 쉽게 설명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TableRAG</a:t>
            </a:r>
            <a:r>
              <a:rPr lang="en-US" altLang="ko-KR" dirty="0"/>
              <a:t> </a:t>
            </a:r>
            <a:r>
              <a:rPr lang="ko-KR" altLang="en-US" dirty="0"/>
              <a:t>논문 이름이 같은데 </a:t>
            </a:r>
            <a:r>
              <a:rPr lang="en-US" altLang="ko-KR" dirty="0" err="1"/>
              <a:t>TableRAG</a:t>
            </a:r>
            <a:r>
              <a:rPr lang="en-US" altLang="ko-KR" dirty="0"/>
              <a:t>(A),(B)</a:t>
            </a:r>
            <a:r>
              <a:rPr lang="ko-KR" altLang="en-US" dirty="0"/>
              <a:t>로 나눠서 표기할 것</a:t>
            </a:r>
            <a:r>
              <a:rPr lang="en-US" altLang="ko-KR" dirty="0"/>
              <a:t>(</a:t>
            </a:r>
            <a:r>
              <a:rPr lang="ko-KR" altLang="en-US" dirty="0"/>
              <a:t>어차피 논문엔 각주처리 되어있으니까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6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2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색인 용어 확인</a:t>
            </a:r>
            <a:r>
              <a:rPr lang="en-US" altLang="ko-KR" dirty="0"/>
              <a:t>(</a:t>
            </a:r>
            <a:r>
              <a:rPr lang="ko-KR" altLang="ko-KR" dirty="0"/>
              <a:t>컴퓨터가 미리 파일 이름, 단어, 메타데이터(속성 정보) 등을 읽어서 목록으로 만들어 두는 과정</a:t>
            </a:r>
            <a:r>
              <a:rPr lang="ko-KR" altLang="en-US" dirty="0"/>
              <a:t>이라고 알고 있는데 이게 적합한 단어인지</a:t>
            </a:r>
            <a:r>
              <a:rPr lang="en-US" altLang="ko-KR" dirty="0"/>
              <a:t>)</a:t>
            </a:r>
            <a:r>
              <a:rPr lang="ko-KR" altLang="en-US" dirty="0"/>
              <a:t>및 </a:t>
            </a:r>
            <a:r>
              <a:rPr lang="ko-KR" altLang="en-US" dirty="0" err="1"/>
              <a:t>백터</a:t>
            </a:r>
            <a:r>
              <a:rPr lang="en-US" altLang="ko-KR" dirty="0"/>
              <a:t>DB</a:t>
            </a:r>
            <a:r>
              <a:rPr lang="ko-KR" altLang="en-US" dirty="0"/>
              <a:t>그림 추가 및 더 </a:t>
            </a:r>
            <a:r>
              <a:rPr lang="ko-KR" altLang="en-US" dirty="0" err="1"/>
              <a:t>디테일하게</a:t>
            </a:r>
            <a:r>
              <a:rPr lang="ko-KR" altLang="en-US" dirty="0"/>
              <a:t> </a:t>
            </a:r>
            <a:r>
              <a:rPr lang="ko-KR" altLang="en-US" dirty="0" err="1"/>
              <a:t>그려야함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632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5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예시 문장 통일</a:t>
            </a:r>
            <a:r>
              <a:rPr lang="en-US" altLang="ko-KR" dirty="0"/>
              <a:t>(</a:t>
            </a:r>
            <a:r>
              <a:rPr lang="ko-KR" altLang="en-US" dirty="0"/>
              <a:t>슬라이드마다 문장이 다름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72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정규화 비율 </a:t>
            </a:r>
            <a:r>
              <a:rPr lang="en-US" altLang="ko-KR" dirty="0"/>
              <a:t>0.3,0.7</a:t>
            </a:r>
            <a:r>
              <a:rPr lang="ko-KR" altLang="en-US" dirty="0"/>
              <a:t>의 근거</a:t>
            </a:r>
            <a:r>
              <a:rPr lang="en-US" altLang="ko-KR" dirty="0"/>
              <a:t>(</a:t>
            </a:r>
            <a:r>
              <a:rPr lang="ko-KR" altLang="en-US" dirty="0"/>
              <a:t>왜 저렇게 설정했는지</a:t>
            </a:r>
            <a:r>
              <a:rPr lang="en-US" altLang="ko-KR" dirty="0"/>
              <a:t>, </a:t>
            </a:r>
            <a:r>
              <a:rPr lang="ko-KR" altLang="en-US" dirty="0"/>
              <a:t>다른 논문들도 저렇게 한건지 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604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234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답변 정확도는 추후에 쿼리 표본 수 늘려서 측정할 예정 </a:t>
            </a:r>
            <a:endParaRPr lang="en-US" altLang="ko-KR" dirty="0"/>
          </a:p>
          <a:p>
            <a:r>
              <a:rPr lang="en-US" altLang="ko-KR" dirty="0"/>
              <a:t>RAG</a:t>
            </a:r>
            <a:r>
              <a:rPr lang="ko-KR" altLang="en-US" dirty="0"/>
              <a:t>단계를 거치지 않고 </a:t>
            </a:r>
            <a:r>
              <a:rPr lang="en-US" altLang="ko-KR" dirty="0"/>
              <a:t>Markdown</a:t>
            </a:r>
            <a:r>
              <a:rPr lang="ko-KR" altLang="en-US" dirty="0"/>
              <a:t>형식으로 표 입력 </a:t>
            </a:r>
            <a:r>
              <a:rPr lang="en-US" altLang="ko-KR" dirty="0"/>
              <a:t>: </a:t>
            </a:r>
            <a:r>
              <a:rPr lang="ko-KR" altLang="en-US" dirty="0" err="1"/>
              <a:t>대체할수있는</a:t>
            </a:r>
            <a:r>
              <a:rPr lang="ko-KR" altLang="en-US" dirty="0"/>
              <a:t> 용어 있는지</a:t>
            </a:r>
            <a:r>
              <a:rPr lang="en-US" altLang="ko-KR" dirty="0"/>
              <a:t>(</a:t>
            </a:r>
            <a:r>
              <a:rPr lang="ko-KR" altLang="en-US" dirty="0"/>
              <a:t>영어도 괜찮음</a:t>
            </a:r>
            <a:r>
              <a:rPr lang="en-US" altLang="ko-KR" dirty="0"/>
              <a:t>. </a:t>
            </a:r>
            <a:r>
              <a:rPr lang="ko-KR" altLang="en-US" dirty="0" err="1"/>
              <a:t>짧아야함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491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210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179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61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53448"/>
          </a:xfrm>
        </p:spPr>
        <p:txBody>
          <a:bodyPr anchor="b"/>
          <a:lstStyle>
            <a:lvl1pPr algn="ctr">
              <a:defRPr sz="3600" b="1"/>
            </a:lvl1pPr>
          </a:lstStyle>
          <a:p>
            <a:pPr lvl="0" algn="ctr">
              <a:lnSpc>
                <a:spcPct val="99600"/>
              </a:lnSpc>
              <a:defRPr/>
            </a:pPr>
            <a:endParaRPr lang="ko-KR" b="0" i="0" u="none" strike="noStrike" dirty="0">
              <a:solidFill>
                <a:srgbClr val="0063BA"/>
              </a:solidFill>
              <a:latin typeface="ADLaM Display"/>
              <a:ea typeface="Pretendard Bold"/>
              <a:cs typeface="ADLaM Display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344645"/>
            <a:ext cx="9144000" cy="8904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 dirty="0"/>
              <a:t>　　　　　　　　　　　　　　　　석사과정 유권환</a:t>
            </a:r>
          </a:p>
        </p:txBody>
      </p:sp>
      <p:sp>
        <p:nvSpPr>
          <p:cNvPr id="13" name="순서도: 대체 처리 12"/>
          <p:cNvSpPr/>
          <p:nvPr userDrawn="1"/>
        </p:nvSpPr>
        <p:spPr>
          <a:xfrm>
            <a:off x="1524000" y="3128077"/>
            <a:ext cx="9144000" cy="64302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45297CE-9713-53FA-A4C6-422A2323A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6274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문제</a:t>
            </a:r>
            <a:r>
              <a:rPr lang="en-US" b="0" i="0" u="none" strike="noStrike">
                <a:solidFill>
                  <a:srgbClr val="0063BA"/>
                </a:solidFill>
                <a:latin typeface="ADLaM Display"/>
                <a:ea typeface="ADLaM Display"/>
                <a:cs typeface="ADLaM Display"/>
              </a:rPr>
              <a:t> </a:t>
            </a: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인식</a:t>
            </a:r>
            <a:endParaRPr lang="ko-KR" altLang="en-US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171074"/>
            <a:ext cx="11610975" cy="5005889"/>
          </a:xfrm>
        </p:spPr>
        <p:txBody>
          <a:bodyPr/>
          <a:lstStyle>
            <a:lvl1pPr marL="0" indent="0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6C3DCF9-0C0E-F78B-8754-BA1A6EEDD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386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7F056018-070B-7787-6005-C284D9FFC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3231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A4567B18-56D0-5ADA-D3E9-CCF992D23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31707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gi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06" y="6295890"/>
            <a:ext cx="1159476" cy="564873"/>
          </a:xfrm>
          <a:prstGeom prst="rect">
            <a:avLst/>
          </a:prstGeom>
        </p:spPr>
      </p:pic>
      <p:sp>
        <p:nvSpPr>
          <p:cNvPr id="27" name="TextBox 26"/>
          <p:cNvSpPr txBox="1"/>
          <p:nvPr userDrawn="1"/>
        </p:nvSpPr>
        <p:spPr>
          <a:xfrm>
            <a:off x="11418582" y="6491112"/>
            <a:ext cx="622995" cy="15537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1400" b="1" dirty="0">
                <a:solidFill>
                  <a:schemeClr val="accent1">
                    <a:lumMod val="50000"/>
                    <a:alpha val="70000"/>
                  </a:schemeClr>
                </a:solidFill>
                <a:latin typeface="+mn-lt"/>
              </a:rPr>
              <a:t>SC Lab</a:t>
            </a:r>
            <a:endParaRPr lang="ko-KR" altLang="en-US" sz="1400" b="1" dirty="0">
              <a:solidFill>
                <a:schemeClr val="accent1">
                  <a:lumMod val="50000"/>
                  <a:alpha val="7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089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base" latinLnBrk="0"/>
            <a:r>
              <a:rPr lang="ko-KR" altLang="ko-KR" dirty="0"/>
              <a:t>계층형 표 문서의 </a:t>
            </a:r>
            <a:br>
              <a:rPr lang="en-US" altLang="ko-KR" dirty="0"/>
            </a:br>
            <a:r>
              <a:rPr lang="ko-KR" altLang="ko-KR" dirty="0"/>
              <a:t>셀 문장 검색 단위 기반 </a:t>
            </a:r>
            <a:r>
              <a:rPr lang="en-US" altLang="ko-KR" dirty="0"/>
              <a:t>RAG</a:t>
            </a:r>
            <a:endParaRPr lang="ko-KR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소프트웨어학부　유권환</a:t>
            </a:r>
          </a:p>
        </p:txBody>
      </p:sp>
    </p:spTree>
    <p:extLst>
      <p:ext uri="{BB962C8B-B14F-4D97-AF65-F5344CB8AC3E}">
        <p14:creationId xmlns:p14="http://schemas.microsoft.com/office/powerpoint/2010/main" val="113377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Tx/>
              <a:buChar char="-"/>
            </a:pPr>
            <a:r>
              <a:rPr lang="ko-KR" altLang="en-US" dirty="0"/>
              <a:t>서론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연구 배경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연구 목표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설계 및 구현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시스템 구조 및 구성요소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머리글 경로 구성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셀 문장 생성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유사도 계산 예시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실험 및 평가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환경 및 방법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평가 지표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결과</a:t>
            </a:r>
            <a:endParaRPr lang="en-US" altLang="ko-KR" dirty="0"/>
          </a:p>
          <a:p>
            <a:pPr marL="457200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결론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0081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5BB7-4B1F-86CB-8254-BE4ADC7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AD20C-969B-7846-E65A-F71A0EEAE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</p:spTree>
    <p:extLst>
      <p:ext uri="{BB962C8B-B14F-4D97-AF65-F5344CB8AC3E}">
        <p14:creationId xmlns:p14="http://schemas.microsoft.com/office/powerpoint/2010/main" val="418155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8991-D3C3-FF2A-DF8F-C7C598F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D7A0C-26B2-C8D1-D405-6D81ECDB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E554A2-5754-40CC-9335-1618CF5B1E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청크 단위 검색은 정답 셀을 포함하기 위해서 표 내 셀의 대부분을 LLM에 입력함</a:t>
            </a:r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r>
              <a:rPr lang="ko-KR" altLang="en-US" sz="1700" dirty="0"/>
              <a:t>LangChain 튜토리얼 상위 4청크: 문항당 126.8셀 입력(문서 평균 142.6셀), 재현율 99.4%, 셀 정밀도 2.0%</a:t>
            </a:r>
            <a:endParaRPr lang="en-US" altLang="ko-KR" sz="1700" dirty="0"/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endParaRPr lang="ko-KR" altLang="en-US" sz="17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청크 경계 아래의 셀 값은 해당 값의 의미를 결정하는 열 머리글과 같은 줄에 결합되지 않음</a:t>
            </a:r>
            <a:endParaRPr lang="en-US" altLang="ko-KR" sz="20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ko-KR" altLang="en-US" sz="20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기존 표 대상 RAG는 열 이름 한 줄로 구성된 평면 표를 전제함</a:t>
            </a:r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r>
              <a:rPr lang="ko-KR" altLang="en-US" sz="1700" dirty="0" err="1"/>
              <a:t>TableRAG</a:t>
            </a:r>
            <a:r>
              <a:rPr lang="ko-KR" altLang="en-US" sz="1700" dirty="0"/>
              <a:t>(</a:t>
            </a:r>
            <a:r>
              <a:rPr lang="en-US" altLang="ko-KR" sz="1700" dirty="0"/>
              <a:t>Chen</a:t>
            </a:r>
            <a:r>
              <a:rPr lang="ko-KR" altLang="en-US" sz="1700" dirty="0"/>
              <a:t>): 셀 문서에 행 머리글이 없고, 숫자 열은 최솟값·최댓값으로만 색인함</a:t>
            </a:r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r>
              <a:rPr lang="ko-KR" altLang="en-US" sz="1700" dirty="0" err="1"/>
              <a:t>TableRAG</a:t>
            </a:r>
            <a:r>
              <a:rPr lang="ko-KR" altLang="en-US" sz="1700" dirty="0"/>
              <a:t>(</a:t>
            </a:r>
            <a:r>
              <a:rPr lang="en-US" altLang="ko-KR" sz="1700"/>
              <a:t>Y</a:t>
            </a:r>
            <a:r>
              <a:rPr lang="en-US" altLang="ko-KR" sz="1700" dirty="0"/>
              <a:t>u</a:t>
            </a:r>
            <a:r>
              <a:rPr lang="ko-KR" altLang="en-US" sz="1700"/>
              <a:t>): </a:t>
            </a:r>
            <a:r>
              <a:rPr lang="ko-KR" altLang="en-US" sz="1700" dirty="0"/>
              <a:t>질문을 하위 질의로 분해 후 텍스트 검색과 </a:t>
            </a:r>
            <a:r>
              <a:rPr lang="en-US" altLang="ko-KR" sz="1700" dirty="0"/>
              <a:t>SQL </a:t>
            </a:r>
            <a:r>
              <a:rPr lang="ko-KR" altLang="en-US" sz="1700" dirty="0"/>
              <a:t>실행을 반복</a:t>
            </a:r>
            <a:endParaRPr lang="en-US" altLang="ko-KR" sz="1700" dirty="0"/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55073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91CF-081B-95AF-EDE7-7F4D463B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31D0E-3044-329F-81D8-C1C047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목표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4E11F6-C2AD-93E5-7D7D-04CBCEEC55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/>
              <a:t>목표: </a:t>
            </a:r>
            <a:r>
              <a:rPr lang="ko-KR" altLang="en-US" sz="2000" dirty="0"/>
              <a:t>계층형 표가 포함된 문서의 RAG에서 정답 셀 </a:t>
            </a:r>
            <a:r>
              <a:rPr lang="ko-KR" altLang="en-US" sz="2000" dirty="0" err="1"/>
              <a:t>재현율</a:t>
            </a:r>
            <a:r>
              <a:rPr lang="en-US" altLang="ko-KR" sz="2000" dirty="0"/>
              <a:t>(Recall)</a:t>
            </a:r>
            <a:r>
              <a:rPr lang="ko-KR" altLang="en-US" sz="2000" dirty="0"/>
              <a:t>을 유지하면서, </a:t>
            </a:r>
            <a:r>
              <a:rPr lang="ko-KR" altLang="en-US" sz="2000" dirty="0" err="1"/>
              <a:t>LLM에</a:t>
            </a:r>
            <a:r>
              <a:rPr lang="ko-KR" altLang="en-US" sz="2000" dirty="0"/>
              <a:t> 입력되는 셀 수를 줄이고 각 셀 값에 행·열 머리글 경로를 결합하는 검색 단위를 설계함</a:t>
            </a:r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r>
              <a:rPr lang="ko-KR" altLang="en-US" sz="1700" dirty="0"/>
              <a:t>셀마다 행·열 머리글 경로를 결합한 셀 문장 검색 단위 설계 </a:t>
            </a:r>
            <a:endParaRPr lang="en-US" altLang="ko-KR" sz="1700" dirty="0"/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r>
              <a:rPr lang="ko-KR" altLang="en-US" sz="1700" dirty="0"/>
              <a:t>색인의 머리글 경로 포함 여부가 </a:t>
            </a:r>
            <a:r>
              <a:rPr lang="en-US" altLang="ko-KR" sz="1700" dirty="0"/>
              <a:t>RAG </a:t>
            </a:r>
            <a:r>
              <a:rPr lang="ko-KR" altLang="en-US" sz="1700" dirty="0"/>
              <a:t>검색 성능과 </a:t>
            </a:r>
            <a:r>
              <a:rPr lang="en-US" altLang="ko-KR" sz="1700" dirty="0"/>
              <a:t>LLM </a:t>
            </a:r>
            <a:r>
              <a:rPr lang="ko-KR" altLang="en-US" sz="1700" dirty="0"/>
              <a:t>답변 정확도에 미치는 영향 검증</a:t>
            </a:r>
            <a:endParaRPr lang="en-US" altLang="ko-KR" sz="1700" dirty="0"/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endParaRPr lang="ko-KR" altLang="en-US" sz="1700" dirty="0"/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/>
              <a:t>제약 조건: </a:t>
            </a:r>
            <a:r>
              <a:rPr lang="ko-KR" altLang="en-US" sz="2000" dirty="0"/>
              <a:t>임베딩 모델과 LLM을 학습하지 않고, 외부 API 없이 로컬 환경의 공개 모델만 사용함</a:t>
            </a:r>
          </a:p>
        </p:txBody>
      </p:sp>
    </p:spTree>
    <p:extLst>
      <p:ext uri="{BB962C8B-B14F-4D97-AF65-F5344CB8AC3E}">
        <p14:creationId xmlns:p14="http://schemas.microsoft.com/office/powerpoint/2010/main" val="427976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41D1-C738-0F4F-1409-CE81C0D7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8A993-CC72-8A7B-25E6-18365D947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설계 및 구현</a:t>
            </a:r>
          </a:p>
        </p:txBody>
      </p:sp>
    </p:spTree>
    <p:extLst>
      <p:ext uri="{BB962C8B-B14F-4D97-AF65-F5344CB8AC3E}">
        <p14:creationId xmlns:p14="http://schemas.microsoft.com/office/powerpoint/2010/main" val="1376205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B35E-A1E9-411F-F2EF-25E65C95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FE4D2-1BC8-EAA1-F026-6A369656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구조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D2BEA3-809F-5EE4-4059-54F34C7DE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B1DA5A4E-92D4-E217-32B3-5CAE239D9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125" y="1308863"/>
            <a:ext cx="10107749" cy="424027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2059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07F9-1658-DF28-1C68-5A0C4B68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1C6EEC-367A-27C5-3F72-AF61B19D3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BEAB458-48C3-CD9B-96B3-5091269D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머리글 경로 구성</a:t>
            </a:r>
          </a:p>
        </p:txBody>
      </p:sp>
      <p:pic>
        <p:nvPicPr>
          <p:cNvPr id="90" name="머리글 경로 구성 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00" y="1250000"/>
            <a:ext cx="11200000" cy="487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4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1861-103B-7CE2-3CA9-1F6CA425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CE45D-7DF0-7412-8EF0-914D8539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셀 문장 생성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6DB0A0-68AF-C2D7-E568-9A754BE0D0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dirty="0"/>
              <a:t>셀 값과 머리글 경로를 하나의 벡터로 결합 </a:t>
            </a:r>
            <a:endParaRPr lang="en-US" altLang="ko-KR" dirty="0"/>
          </a:p>
          <a:p>
            <a:pPr marL="1143000" lvl="1" indent="-457200"/>
            <a:r>
              <a:rPr lang="ko-KR" altLang="en-US" dirty="0"/>
              <a:t>셀 문장 형식 </a:t>
            </a:r>
            <a:r>
              <a:rPr lang="en-US" altLang="ko-KR" dirty="0"/>
              <a:t>: </a:t>
            </a:r>
            <a:r>
              <a:rPr lang="ko-KR" altLang="ko-KR" dirty="0"/>
              <a:t>{행 머리글 경로} &gt; {열 머리글 경로}: {값}</a:t>
            </a:r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143000" lvl="1" indent="-457200"/>
            <a:r>
              <a:rPr lang="ko-KR" altLang="en-US" dirty="0"/>
              <a:t>표에 캡션이 있으면 캡션을 포함한 문장 틀로, 없으면 경로만으로 생성</a:t>
            </a:r>
            <a:endParaRPr lang="en-US" altLang="ko-KR" dirty="0"/>
          </a:p>
          <a:p>
            <a:pPr marL="1143000" lvl="1" indent="-457200"/>
            <a:r>
              <a:rPr lang="ko-KR" altLang="en-US" dirty="0"/>
              <a:t>셀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= </a:t>
            </a:r>
            <a:r>
              <a:rPr lang="ko-KR" altLang="en-US" dirty="0"/>
              <a:t>벡터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= </a:t>
            </a:r>
            <a:r>
              <a:rPr lang="ko-KR" altLang="en-US" dirty="0"/>
              <a:t>검색 단위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endParaRPr lang="en-US" altLang="ko-KR" dirty="0"/>
          </a:p>
          <a:p>
            <a:pPr marL="1143000" lvl="1" indent="-457200"/>
            <a:endParaRPr lang="en-US" altLang="ko-KR" dirty="0"/>
          </a:p>
          <a:p>
            <a:pPr marL="1600200" lvl="2" indent="-457200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6F1CB7-A6B4-1537-C5EE-C97F4276E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865" y="2172914"/>
            <a:ext cx="8941129" cy="233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0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58FB-72A3-4A10-89BD-96B573A2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9D4F6-2D20-D236-E920-4E6C5C02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유사도 계산 예시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2619653-D5E8-905F-AC5F-411ACC0E685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0363" y="1166949"/>
                <a:ext cx="11610975" cy="5010014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=0.7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𝑚𝑖𝑛𝑚𝑎𝑥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𝑐𝑜𝑠𝑖𝑛𝑒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+0.3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𝑚𝑖𝑛𝑚𝑎𝑥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25)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sz="1600" b="1" dirty="0">
                    <a:solidFill>
                      <a:srgbClr val="0063BA"/>
                    </a:solidFill>
                    <a:ea typeface="맑은 고딕"/>
                    <a:cs typeface="맑은 고딕"/>
                  </a:rPr>
                  <a:t>질문  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Consolas"/>
                    <a:ea typeface="맑은 고딕"/>
                    <a:cs typeface="Consolas"/>
                  </a:rPr>
                  <a:t>What is the sum of Operating revenues in 2011? (in million)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2619653-D5E8-905F-AC5F-411ACC0E6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0363" y="1166949"/>
                <a:ext cx="11610975" cy="5010014"/>
              </a:xfrm>
              <a:blipFill>
                <a:blip r:embed="rId3"/>
                <a:stretch>
                  <a:fillRect l="-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39FFBBD-0768-6DEB-03C6-63ECEF82B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815150"/>
              </p:ext>
            </p:extLst>
          </p:nvPr>
        </p:nvGraphicFramePr>
        <p:xfrm>
          <a:off x="457200" y="2880360"/>
          <a:ext cx="11247120" cy="2514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순위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검색된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셀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문장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비고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2011: $10,432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정답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 셀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income &gt; For the Year Ended December 31, &gt; 2011: 2,083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연도만 일치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2012: $10,187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항목만 일치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2013: $10,430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항목만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일치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4396DC-8856-AA07-EADA-128B2505DFAA}"/>
              </a:ext>
            </a:extLst>
          </p:cNvPr>
          <p:cNvSpPr txBox="1"/>
          <p:nvPr/>
        </p:nvSpPr>
        <p:spPr>
          <a:xfrm>
            <a:off x="457200" y="5532120"/>
            <a:ext cx="1124712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 err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상위</a:t>
            </a:r>
            <a:r>
              <a:rPr sz="1500" b="1" dirty="0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 20개 셀 </a:t>
            </a:r>
            <a:r>
              <a:rPr sz="1500" b="1" dirty="0" err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문장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을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LLM에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전달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생성된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답 10,432 (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정답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283273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0955-3D00-5BF5-E188-E9DAF63D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3BEDD-1104-68D7-1A9D-FFF500803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실험 및 평가</a:t>
            </a:r>
          </a:p>
        </p:txBody>
      </p:sp>
    </p:spTree>
    <p:extLst>
      <p:ext uri="{BB962C8B-B14F-4D97-AF65-F5344CB8AC3E}">
        <p14:creationId xmlns:p14="http://schemas.microsoft.com/office/powerpoint/2010/main" val="3384968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15F88-EA65-890B-558E-BBDD324B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7FD28-D05E-0BB6-F7B5-B5820558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환경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4541D5-946C-AF90-6C40-BF00B102F9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E09E28B7-97FB-C412-D79A-C0C95D1BA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646349"/>
              </p:ext>
            </p:extLst>
          </p:nvPr>
        </p:nvGraphicFramePr>
        <p:xfrm>
          <a:off x="457200" y="1463040"/>
          <a:ext cx="5486400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Intel Core i5-12400F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NVIDIA RTX 3060 Ti (8GB)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8GB (WSL2 할당)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Ubuntu 24.04.4 LTS (WSL2)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3.12.3,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2.12.1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907C7DE7-56A4-84F7-ED18-A5092891C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09103"/>
              </p:ext>
            </p:extLst>
          </p:nvPr>
        </p:nvGraphicFramePr>
        <p:xfrm>
          <a:off x="6263640" y="1463040"/>
          <a:ext cx="5486400" cy="2478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dirty="0" err="1"/>
                        <a:t>용도</a:t>
                      </a:r>
                      <a:endParaRPr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모델</a:t>
                      </a:r>
                      <a:endParaRPr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BAAI/bge-base-en-v1.5 (768차원)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Qwen3-8B, 4비트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양자화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그리디</a:t>
                      </a:r>
                      <a:r>
                        <a:rPr 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디코딩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재정렬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bge-reranker-v2-m3 </a:t>
                      </a:r>
                      <a:r>
                        <a:rPr lang="en-US" altLang="ko-KR" sz="1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TableRAG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(Yu) </a:t>
                      </a:r>
                      <a:r>
                        <a:rPr lang="ko-KR" altLang="ko-KR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비교군에서만 사용</a:t>
                      </a:r>
                    </a:p>
                    <a:p>
                      <a:endParaRPr sz="15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11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6F48-51A9-6865-1B0E-12783E4F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9C73E-F9C7-E085-3411-063D7319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방법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F675-3B14-7539-0D45-97B9AC57DD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/>
              <a:t>데이터셋 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MultiHiertt</a:t>
            </a:r>
            <a:r>
              <a:rPr lang="en-US" altLang="ko-KR" sz="2400" dirty="0"/>
              <a:t>(</a:t>
            </a:r>
            <a:r>
              <a:rPr lang="ko-KR" altLang="en-US" sz="2400" dirty="0"/>
              <a:t>재무 보고서</a:t>
            </a:r>
            <a:r>
              <a:rPr lang="en-US" altLang="ko-KR" sz="2400" dirty="0"/>
              <a:t>)</a:t>
            </a:r>
          </a:p>
          <a:p>
            <a:pPr marL="1143000" lvl="1" indent="-457200"/>
            <a:r>
              <a:rPr lang="ko-KR" altLang="en-US" dirty="0"/>
              <a:t>검색 성능 평가 </a:t>
            </a:r>
            <a:r>
              <a:rPr lang="en-US" altLang="ko-KR" dirty="0"/>
              <a:t>: 2,885</a:t>
            </a:r>
            <a:r>
              <a:rPr lang="ko-KR" altLang="en-US" dirty="0"/>
              <a:t>문항 </a:t>
            </a:r>
            <a:endParaRPr lang="en-US" altLang="ko-KR" dirty="0"/>
          </a:p>
          <a:p>
            <a:pPr marL="1143000" lvl="1" indent="-457200"/>
            <a:r>
              <a:rPr lang="ko-KR" altLang="en-US" dirty="0"/>
              <a:t>답변 정확도 평가 </a:t>
            </a:r>
            <a:r>
              <a:rPr lang="en-US" altLang="ko-KR" dirty="0"/>
              <a:t>: 200</a:t>
            </a:r>
            <a:r>
              <a:rPr lang="ko-KR" altLang="en-US" dirty="0"/>
              <a:t>문항</a:t>
            </a:r>
            <a:r>
              <a:rPr lang="en-US" altLang="ko-KR" dirty="0"/>
              <a:t>(</a:t>
            </a:r>
            <a:r>
              <a:rPr lang="ko-KR" altLang="en-US" dirty="0"/>
              <a:t>조회 </a:t>
            </a:r>
            <a:r>
              <a:rPr lang="en-US" altLang="ko-KR" dirty="0"/>
              <a:t>116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산술 </a:t>
            </a:r>
            <a:r>
              <a:rPr lang="en-US" altLang="ko-KR" dirty="0"/>
              <a:t>84</a:t>
            </a:r>
            <a:r>
              <a:rPr lang="ko-KR" altLang="en-US" dirty="0"/>
              <a:t>개</a:t>
            </a:r>
            <a:r>
              <a:rPr lang="en-US" altLang="ko-KR" dirty="0"/>
              <a:t>) </a:t>
            </a:r>
          </a:p>
          <a:p>
            <a:pPr marL="1143000" lvl="1" indent="-457200"/>
            <a:endParaRPr lang="en-US" altLang="ko-K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/>
              <a:t>비교군</a:t>
            </a:r>
            <a:endParaRPr lang="en-US" altLang="ko-KR" sz="2400" dirty="0"/>
          </a:p>
          <a:p>
            <a:pPr marL="1143000" lvl="1" indent="-457200"/>
            <a:r>
              <a:rPr lang="en-US" altLang="ko-KR" dirty="0" err="1"/>
              <a:t>LangChain</a:t>
            </a:r>
            <a:r>
              <a:rPr lang="en-US" altLang="ko-KR" dirty="0"/>
              <a:t> </a:t>
            </a:r>
            <a:r>
              <a:rPr lang="ko-KR" altLang="en-US" dirty="0"/>
              <a:t>튜토리얼 </a:t>
            </a:r>
            <a:r>
              <a:rPr lang="ko-KR" altLang="en-US" dirty="0" err="1"/>
              <a:t>청킹</a:t>
            </a:r>
            <a:r>
              <a:rPr lang="ko-KR" altLang="en-US" dirty="0"/>
              <a:t> 방식 </a:t>
            </a:r>
            <a:r>
              <a:rPr lang="en-US" altLang="ko-KR" dirty="0"/>
              <a:t>: 1000</a:t>
            </a:r>
            <a:r>
              <a:rPr lang="ko-KR" altLang="en-US" dirty="0"/>
              <a:t>자씩 </a:t>
            </a:r>
            <a:r>
              <a:rPr lang="ko-KR" altLang="en-US" dirty="0" err="1"/>
              <a:t>청킹</a:t>
            </a:r>
            <a:r>
              <a:rPr lang="en-US" altLang="ko-KR" dirty="0"/>
              <a:t>, </a:t>
            </a:r>
            <a:r>
              <a:rPr lang="ko-KR" altLang="en-US" dirty="0"/>
              <a:t>상위 </a:t>
            </a:r>
            <a:r>
              <a:rPr lang="en-US" altLang="ko-KR" dirty="0"/>
              <a:t>4</a:t>
            </a:r>
            <a:r>
              <a:rPr lang="ko-KR" altLang="en-US" dirty="0"/>
              <a:t>개 </a:t>
            </a:r>
            <a:r>
              <a:rPr lang="ko-KR" altLang="en-US" dirty="0" err="1"/>
              <a:t>청크를</a:t>
            </a:r>
            <a:r>
              <a:rPr lang="ko-KR" altLang="en-US" dirty="0"/>
              <a:t> 입력</a:t>
            </a:r>
            <a:endParaRPr lang="en-US" altLang="ko-KR" dirty="0"/>
          </a:p>
          <a:p>
            <a:pPr marL="1143000" lvl="1" indent="-457200"/>
            <a:r>
              <a:rPr lang="en-US" altLang="ko-KR" dirty="0"/>
              <a:t>RAPTOR : </a:t>
            </a:r>
            <a:r>
              <a:rPr lang="ko-KR" altLang="en-US" dirty="0" err="1"/>
              <a:t>청크를</a:t>
            </a:r>
            <a:r>
              <a:rPr lang="ko-KR" altLang="en-US" dirty="0"/>
              <a:t> 요약한 트리를 구축 후 원문 </a:t>
            </a:r>
            <a:r>
              <a:rPr lang="ko-KR" altLang="en-US" dirty="0" err="1"/>
              <a:t>청크와</a:t>
            </a:r>
            <a:r>
              <a:rPr lang="ko-KR" altLang="en-US" dirty="0"/>
              <a:t> 요약 노드를 검색</a:t>
            </a:r>
            <a:endParaRPr lang="en-US" altLang="ko-KR" dirty="0"/>
          </a:p>
          <a:p>
            <a:pPr marL="1143000" lvl="1" indent="-457200"/>
            <a:r>
              <a:rPr lang="en-US" altLang="ko-KR" dirty="0" err="1"/>
              <a:t>TableRAG</a:t>
            </a:r>
            <a:r>
              <a:rPr lang="en-US" altLang="ko-KR" dirty="0"/>
              <a:t>(Chen) : </a:t>
            </a:r>
            <a:r>
              <a:rPr lang="ko-KR" altLang="en-US" dirty="0"/>
              <a:t>표의 스키마 </a:t>
            </a:r>
            <a:r>
              <a:rPr lang="en-US" altLang="ko-KR" dirty="0"/>
              <a:t>&amp; </a:t>
            </a:r>
            <a:r>
              <a:rPr lang="ko-KR" altLang="en-US" dirty="0"/>
              <a:t>셀 정보 검색 후 </a:t>
            </a:r>
            <a:r>
              <a:rPr lang="en-US" altLang="ko-KR" dirty="0"/>
              <a:t>pandas </a:t>
            </a:r>
            <a:r>
              <a:rPr lang="ko-KR" altLang="en-US" dirty="0"/>
              <a:t>코드로 계산 </a:t>
            </a:r>
            <a:endParaRPr lang="en-US" altLang="ko-KR" dirty="0"/>
          </a:p>
          <a:p>
            <a:pPr marL="1143000" lvl="1" indent="-457200"/>
            <a:r>
              <a:rPr lang="en-US" altLang="ko-KR" dirty="0" err="1"/>
              <a:t>TableRAG</a:t>
            </a:r>
            <a:r>
              <a:rPr lang="en-US" altLang="ko-KR" dirty="0"/>
              <a:t>(Yu) : </a:t>
            </a:r>
            <a:r>
              <a:rPr lang="ko-KR" altLang="en-US" dirty="0"/>
              <a:t>질문을 하위 질의로 분해 후 텍스트 검색과 </a:t>
            </a:r>
            <a:r>
              <a:rPr lang="en-US" altLang="ko-KR" dirty="0"/>
              <a:t>SQL </a:t>
            </a:r>
            <a:r>
              <a:rPr lang="ko-KR" altLang="en-US" dirty="0"/>
              <a:t>실행을 반복</a:t>
            </a:r>
            <a:endParaRPr lang="en-US" altLang="ko-KR" dirty="0"/>
          </a:p>
          <a:p>
            <a:pPr marL="1143000" lvl="1" indent="-457200"/>
            <a:r>
              <a:rPr lang="en-US" altLang="ko-KR" dirty="0"/>
              <a:t>RAG</a:t>
            </a:r>
            <a:r>
              <a:rPr lang="ko-KR" altLang="en-US" dirty="0"/>
              <a:t>단계를 거치지 않고 </a:t>
            </a:r>
            <a:r>
              <a:rPr lang="en-US" altLang="ko-KR" dirty="0"/>
              <a:t>Markdown</a:t>
            </a:r>
            <a:r>
              <a:rPr lang="ko-KR" altLang="en-US" dirty="0"/>
              <a:t>형식으로 표 입력</a:t>
            </a:r>
            <a:r>
              <a:rPr lang="en-US" altLang="ko-KR" dirty="0"/>
              <a:t>(</a:t>
            </a:r>
            <a:r>
              <a:rPr lang="ko-KR" altLang="en-US" dirty="0"/>
              <a:t>답변 정확도 평가</a:t>
            </a:r>
            <a:r>
              <a:rPr lang="en-US" altLang="ko-KR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lvl="1" indent="0">
              <a:buNone/>
            </a:pP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02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20E-CE69-AA75-3974-798389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DE3EB-0838-1FAC-0118-C14EF5DC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지표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0418F67-E777-02AA-8B5B-F629B28B71CE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0363" y="1166948"/>
                <a:ext cx="11610975" cy="5434573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900" dirty="0"/>
                  <a:t>검색 성능 평가 </a:t>
                </a:r>
                <a:r>
                  <a:rPr lang="en-US" altLang="ko-KR" sz="1900" dirty="0"/>
                  <a:t>: </a:t>
                </a:r>
                <a:r>
                  <a:rPr lang="en-US" altLang="ko-KR" sz="1900" dirty="0" err="1"/>
                  <a:t>Recall@k</a:t>
                </a:r>
                <a:r>
                  <a:rPr lang="en-US" altLang="ko-KR" sz="1900" dirty="0"/>
                  <a:t>, </a:t>
                </a:r>
                <a:r>
                  <a:rPr lang="en-US" altLang="ko-KR" sz="1900" dirty="0" err="1"/>
                  <a:t>Precision@k</a:t>
                </a:r>
                <a:r>
                  <a:rPr lang="en-US" altLang="ko-KR" sz="1900" dirty="0"/>
                  <a:t>, </a:t>
                </a:r>
                <a:r>
                  <a:rPr lang="en-US" altLang="ko-KR" sz="1900" dirty="0" err="1"/>
                  <a:t>CellPrecision@k</a:t>
                </a:r>
                <a:endParaRPr lang="en-US" altLang="ko-KR" sz="19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900" dirty="0"/>
              </a:p>
              <a:p>
                <a:pPr marL="1028700" lvl="1" indent="-342900"/>
                <a:r>
                  <a:rPr lang="en-US" altLang="ko-KR" sz="1900" dirty="0"/>
                  <a:t>Recall : </a:t>
                </a:r>
                <a:r>
                  <a:rPr lang="ko-KR" altLang="ko-KR" sz="2000" dirty="0"/>
                  <a:t>상위 </a:t>
                </a:r>
                <a:r>
                  <a:rPr lang="ko-KR" altLang="ko-KR" sz="2000" dirty="0" err="1"/>
                  <a:t>k개</a:t>
                </a:r>
                <a:r>
                  <a:rPr lang="ko-KR" altLang="ko-KR" sz="2000" dirty="0"/>
                  <a:t> 검색 단위 안에 들어 있는 셀의 비율</a:t>
                </a:r>
                <a:endParaRPr lang="en-US" altLang="ko-KR" sz="19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endParaRPr lang="en-US" altLang="ko-KR" sz="1900" dirty="0"/>
              </a:p>
              <a:p>
                <a:pPr marL="1028700" lvl="1" indent="-342900"/>
                <a:r>
                  <a:rPr lang="en-US" altLang="ko-KR" sz="1900" dirty="0">
                    <a:latin typeface="+mj-lt"/>
                  </a:rPr>
                  <a:t>Precision</a:t>
                </a:r>
                <a:r>
                  <a:rPr lang="en-US" altLang="ko-KR" sz="1900" dirty="0">
                    <a:latin typeface="Cambria Math" panose="02040503050406030204" pitchFamily="18" charset="0"/>
                  </a:rPr>
                  <a:t> : </a:t>
                </a:r>
                <a:r>
                  <a:rPr lang="ko-KR" altLang="ko-KR" sz="2000" b="1" dirty="0"/>
                  <a:t>:</a:t>
                </a:r>
                <a:r>
                  <a:rPr lang="ko-KR" altLang="ko-KR" sz="2000" dirty="0"/>
                  <a:t> 상위 </a:t>
                </a:r>
                <a:r>
                  <a:rPr lang="ko-KR" altLang="ko-KR" sz="2000" dirty="0" err="1"/>
                  <a:t>k개</a:t>
                </a:r>
                <a:r>
                  <a:rPr lang="ko-KR" altLang="ko-KR" sz="2000" dirty="0"/>
                  <a:t> 검색 단위 가운데 정답 셀을 하나 이상 포함한 단위의 비율</a:t>
                </a:r>
                <a:endParaRPr lang="en-US" altLang="ko-KR" sz="1900" b="0" dirty="0">
                  <a:latin typeface="Cambria Math" panose="02040503050406030204" pitchFamily="18" charset="0"/>
                </a:endParaRPr>
              </a:p>
              <a:p>
                <a:endParaRPr lang="en-US" altLang="ko-KR" sz="19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19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  <m:e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1(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∩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≠∅)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endParaRPr lang="en-US" altLang="ko-KR" sz="1900" dirty="0"/>
              </a:p>
              <a:p>
                <a:pPr marL="1028700" lvl="1" indent="-342900"/>
                <a:r>
                  <a:rPr lang="en-US" altLang="ko-KR" sz="1900" dirty="0" err="1"/>
                  <a:t>CellPrecision</a:t>
                </a:r>
                <a:r>
                  <a:rPr lang="en-US" altLang="ko-KR" sz="1900" dirty="0"/>
                  <a:t> : </a:t>
                </a:r>
                <a:r>
                  <a:rPr lang="ko-KR" altLang="en-US" sz="2000" dirty="0"/>
                  <a:t>상</a:t>
                </a:r>
                <a:r>
                  <a:rPr lang="ko-KR" altLang="ko-KR" sz="2000" dirty="0"/>
                  <a:t>위 </a:t>
                </a:r>
                <a:r>
                  <a:rPr lang="ko-KR" altLang="ko-KR" sz="2000" dirty="0" err="1"/>
                  <a:t>k개</a:t>
                </a:r>
                <a:r>
                  <a:rPr lang="ko-KR" altLang="ko-KR" sz="2000" dirty="0"/>
                  <a:t> 검색 단위에 들어 있는 셀 전체 가운데 정답 셀이 차지하는 비율</a:t>
                </a:r>
                <a:endParaRPr lang="en-US" altLang="ko-KR" sz="1900" dirty="0"/>
              </a:p>
              <a:p>
                <a:pPr marL="1028700" lvl="1" indent="-342900"/>
                <a:endParaRPr lang="en-US" altLang="ko-KR" sz="1900" dirty="0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sz="1900" i="1" dirty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ko-KR" sz="1900" i="1" dirty="0">
                          <a:latin typeface="Cambria Math" panose="02040503050406030204" pitchFamily="18" charset="0"/>
                        </a:rPr>
                        <m:t>𝑒𝑙𝑙𝑃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𝑟𝑒𝑐𝑖𝑠𝑖𝑜𝑛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pPr marL="1028700" lvl="1" indent="-342900"/>
                <a:endParaRPr lang="en-US" altLang="ko-KR" sz="1900" dirty="0"/>
              </a:p>
            </p:txBody>
          </p:sp>
        </mc:Choice>
        <mc:Fallback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0418F67-E777-02AA-8B5B-F629B28B7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0363" y="1166948"/>
                <a:ext cx="11610975" cy="5434573"/>
              </a:xfrm>
              <a:blipFill>
                <a:blip r:embed="rId3"/>
                <a:stretch>
                  <a:fillRect l="-367" t="-11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13">
            <a:extLst>
              <a:ext uri="{FF2B5EF4-FFF2-40B4-BE49-F238E27FC236}">
                <a16:creationId xmlns:a16="http://schemas.microsoft.com/office/drawing/2014/main" id="{ABDC8DC9-F8F8-A965-005C-1A13DC5B2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863" y="1785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3DEE4-E817-90B3-C4D8-FA646AD28AAD}"/>
                  </a:ext>
                </a:extLst>
              </p:cNvPr>
              <p:cNvSpPr txBox="1"/>
              <p:nvPr/>
            </p:nvSpPr>
            <p:spPr>
              <a:xfrm>
                <a:off x="8060752" y="1166948"/>
                <a:ext cx="4131248" cy="2117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ko-KR" sz="1600" i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문항 수</a:t>
                </a:r>
                <a:endParaRPr lang="en-US" altLang="ko-KR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：문</m:t>
                      </m:r>
                      <m:r>
                        <m:rPr>
                          <m:nor/>
                        </m:rPr>
                        <a:rPr lang="ko-KR" altLang="en-US" sz="1600" dirty="0"/>
                        <m:t>항 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ko-KR" altLang="en-US" sz="1600" i="1" dirty="0">
                          <a:latin typeface="Cambria Math" panose="02040503050406030204" pitchFamily="18" charset="0"/>
                        </a:rPr>
                        <m:t>의</m:t>
                      </m:r>
                      <m:r>
                        <m:rPr>
                          <m:nor/>
                        </m:rPr>
                        <a:rPr lang="en-US" altLang="ko-KR" sz="1600" dirty="0"/>
                        <m:t> </m:t>
                      </m:r>
                      <m:r>
                        <m:rPr>
                          <m:nor/>
                        </m:rPr>
                        <a:rPr lang="ko-KR" altLang="en-US" sz="1600" dirty="0"/>
                        <m:t>정답 근거 셀 집합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：상</m:t>
                      </m:r>
                      <m:r>
                        <m:rPr>
                          <m:nor/>
                        </m:rPr>
                        <a:rPr lang="ko-KR" altLang="en-US" sz="1600" dirty="0"/>
                        <m:t>위 </m:t>
                      </m:r>
                      <m:r>
                        <a:rPr lang="en-US" altLang="ko-KR" sz="16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dirty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ko-KR" altLang="en-US" sz="1600" i="1" dirty="0">
                          <a:latin typeface="Cambria Math" panose="02040503050406030204" pitchFamily="18" charset="0"/>
                        </a:rPr>
                        <m:t>개</m:t>
                      </m:r>
                      <m:r>
                        <m:rPr>
                          <m:nor/>
                        </m:rPr>
                        <a:rPr lang="en-US" altLang="ko-KR" sz="1600" dirty="0"/>
                        <m:t> </m:t>
                      </m:r>
                      <m:r>
                        <m:rPr>
                          <m:nor/>
                        </m:rPr>
                        <a:rPr lang="ko-KR" altLang="en-US" sz="1600" dirty="0"/>
                        <m:t>검색 단위가 담은 셀 집합</m:t>
                      </m:r>
                    </m:oMath>
                  </m:oMathPara>
                </a14:m>
                <a:endParaRPr lang="en-US" altLang="ko-K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ko-KR" altLang="en-US" sz="1600" dirty="0"/>
                  <a:t>문항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반환된 검색 단위 수</a:t>
                </a:r>
                <a:endParaRPr lang="en-US" altLang="ko-K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번</m:t>
                    </m:r>
                  </m:oMath>
                </a14:m>
                <a:r>
                  <a:rPr lang="ko-KR" altLang="en-US" sz="1600" dirty="0"/>
                  <a:t>째 검색 단위에 포함된 셀 집합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en-US" altLang="ko-KR" sz="1600" dirty="0"/>
                  <a:t>1(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∙)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조건이 참이면 </a:t>
                </a:r>
                <a:r>
                  <a:rPr lang="en-US" altLang="ko-KR" sz="1600" dirty="0"/>
                  <a:t>1, </a:t>
                </a:r>
                <a:r>
                  <a:rPr lang="ko-KR" altLang="en-US" sz="1600" dirty="0"/>
                  <a:t>거짓이면 </a:t>
                </a:r>
                <a:r>
                  <a:rPr lang="en-US" altLang="ko-KR" sz="1600" dirty="0"/>
                  <a:t>0</a:t>
                </a:r>
              </a:p>
              <a:p>
                <a:endParaRPr lang="ko-KR" altLang="en-US" sz="1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3DEE4-E817-90B3-C4D8-FA646AD28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752" y="1166948"/>
                <a:ext cx="4131248" cy="2117759"/>
              </a:xfrm>
              <a:prstGeom prst="rect">
                <a:avLst/>
              </a:prstGeom>
              <a:blipFill>
                <a:blip r:embed="rId4"/>
                <a:stretch>
                  <a:fillRect l="-737" t="-1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069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D1ED-17E4-C25D-BEE9-5858CCE0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D4034-DC6B-933A-4A1D-62DE15D5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E9E207-87EF-836A-EC4B-5962461004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rmAutofit/>
          </a:bodyPr>
          <a:lstStyle/>
          <a:p>
            <a:r>
              <a:rPr lang="ko-KR" altLang="en-US" sz="1900" dirty="0"/>
              <a:t>검색 성능</a:t>
            </a:r>
            <a:r>
              <a:rPr lang="en-US" altLang="ko-KR" sz="1900" dirty="0"/>
              <a:t> R(Recall), P(Precision), k = </a:t>
            </a:r>
            <a:r>
              <a:rPr lang="ko-KR" altLang="en-US" sz="1900" dirty="0"/>
              <a:t>검색 단위 수</a:t>
            </a:r>
            <a:endParaRPr lang="en-US" altLang="ko-KR" sz="1900" dirty="0"/>
          </a:p>
          <a:p>
            <a:r>
              <a:rPr lang="ko-KR" altLang="en-US" sz="1900" dirty="0"/>
              <a:t>단위 </a:t>
            </a:r>
            <a:r>
              <a:rPr lang="en-US" altLang="ko-KR" sz="1900" dirty="0"/>
              <a:t>: %</a:t>
            </a:r>
            <a:endParaRPr lang="en-US" altLang="ko-KR" sz="2000" dirty="0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CB8ACA70-263A-8D82-93BC-6727CE642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863" y="1785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1ACC075-DB5C-0471-E136-2A894CC4D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948515"/>
              </p:ext>
            </p:extLst>
          </p:nvPr>
        </p:nvGraphicFramePr>
        <p:xfrm>
          <a:off x="1553578" y="2490629"/>
          <a:ext cx="9084844" cy="238007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48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방법</a:t>
                      </a:r>
                      <a:endParaRPr lang="ko-KR" altLang="en-US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단위당 </a:t>
                      </a:r>
                      <a:endParaRPr lang="en-US" altLang="ko-KR" sz="1400" b="1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 수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185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32.3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73.5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87.0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93.9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32.7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19.8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95591090"/>
                  </a:ext>
                </a:extLst>
              </a:tr>
              <a:tr h="35537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LangChain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76.7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81.0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22.8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11.5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37.5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6372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37.0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68.4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79.9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81.7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43.5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21.6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14.0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13.3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358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9.6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15.3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17.7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65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82.8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87.0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23.2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11.6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25845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651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91E07-DCC3-61EC-FE30-B3468863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30F9A-C68C-63A6-A0B9-B5CA4E99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2CAC8E-AA1B-37B4-8639-E557420A2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rmAutofit/>
          </a:bodyPr>
          <a:lstStyle/>
          <a:p>
            <a:r>
              <a:rPr lang="ko-KR" altLang="en-US" sz="1900" dirty="0"/>
              <a:t>검색 성능</a:t>
            </a:r>
            <a:r>
              <a:rPr lang="en-US" altLang="ko-KR" sz="1900" dirty="0"/>
              <a:t> CP(</a:t>
            </a:r>
            <a:r>
              <a:rPr lang="en-US" altLang="ko-KR" sz="1900" dirty="0" err="1"/>
              <a:t>CellPrecision</a:t>
            </a:r>
            <a:r>
              <a:rPr lang="en-US" altLang="ko-KR" sz="1900" dirty="0"/>
              <a:t>), k = </a:t>
            </a:r>
            <a:r>
              <a:rPr lang="ko-KR" altLang="en-US" sz="1900" dirty="0"/>
              <a:t>검색 단위 수</a:t>
            </a:r>
            <a:endParaRPr lang="en-US" altLang="ko-KR" sz="1900" dirty="0"/>
          </a:p>
          <a:p>
            <a:r>
              <a:rPr lang="ko-KR" altLang="en-US" sz="1900" dirty="0"/>
              <a:t>단위 </a:t>
            </a:r>
            <a:r>
              <a:rPr lang="en-US" altLang="ko-KR" sz="1900" dirty="0"/>
              <a:t>: %</a:t>
            </a:r>
            <a:endParaRPr lang="en-US" altLang="ko-KR" sz="2000" dirty="0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800A42B4-4D81-20E0-79C7-412699C38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863" y="1785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EBAC12-E7CF-22A9-01B4-2EBBD2216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00901"/>
              </p:ext>
            </p:extLst>
          </p:nvPr>
        </p:nvGraphicFramePr>
        <p:xfrm>
          <a:off x="3606006" y="2316480"/>
          <a:ext cx="4979988" cy="2225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70088">
                  <a:extLst>
                    <a:ext uri="{9D8B030D-6E8A-4147-A177-3AD203B41FA5}">
                      <a16:colId xmlns:a16="http://schemas.microsoft.com/office/drawing/2014/main" val="1674298485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175640846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924593569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618361001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426165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방법</a:t>
                      </a:r>
                      <a:endParaRPr lang="ko-KR" altLang="en-US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CP@1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CP@5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CP@10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CP@20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304743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32.7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19.8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51220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LangChain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4.6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98953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3.3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0532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47833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74793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118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9806-63D9-8C24-F59F-9A22B7E3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90608-A20B-030D-08BB-3D2A4FB9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5B126-4054-18D4-8C4C-FB81FC796E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답변 정확도</a:t>
            </a:r>
            <a:r>
              <a:rPr lang="en-US" altLang="ko-KR" sz="2000" dirty="0"/>
              <a:t>, </a:t>
            </a:r>
            <a:r>
              <a:rPr lang="ko-KR" altLang="en-US" sz="2000" dirty="0"/>
              <a:t>단위 </a:t>
            </a:r>
            <a:r>
              <a:rPr lang="en-US" altLang="ko-KR" sz="2000" dirty="0"/>
              <a:t>: %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5DA6C7F2-5963-4581-EDAE-257B92501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863" y="17852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B2F5F1-E71A-ABE0-5D07-A3E96A293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201"/>
              </p:ext>
            </p:extLst>
          </p:nvPr>
        </p:nvGraphicFramePr>
        <p:xfrm>
          <a:off x="677162" y="2013857"/>
          <a:ext cx="10837675" cy="282304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11338">
                  <a:extLst>
                    <a:ext uri="{9D8B030D-6E8A-4147-A177-3AD203B41FA5}">
                      <a16:colId xmlns:a16="http://schemas.microsoft.com/office/drawing/2014/main" val="1618542451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3846550090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1538482187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791946767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1452308413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1940572441"/>
                    </a:ext>
                  </a:extLst>
                </a:gridCol>
                <a:gridCol w="1055688">
                  <a:extLst>
                    <a:ext uri="{9D8B030D-6E8A-4147-A177-3AD203B41FA5}">
                      <a16:colId xmlns:a16="http://schemas.microsoft.com/office/drawing/2014/main" val="2573040266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방법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조회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조회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 이상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산술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산술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개 이상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맞힌 수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정확도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공식 채점 맞힌 수(%)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180185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32/49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41/67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33/70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115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</a:rPr>
                        <a:t>57.5</a:t>
                      </a:r>
                      <a:endParaRPr lang="ko-KR" sz="1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93 (46.5)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395591090"/>
                  </a:ext>
                </a:extLst>
              </a:tr>
              <a:tr h="35537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LangChain </a:t>
                      </a:r>
                      <a:r>
                        <a:rPr lang="ko-KR" sz="1600" kern="0" spc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28/49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23/67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19/70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79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39.5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60 (30.0)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76372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29/67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5/14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23/70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77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38.5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57 (28.5)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415358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10/67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6/70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13.5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19 (9.5)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168865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41/67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27/70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107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53.5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81 (40.5)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342584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ko-KR" sz="1600" kern="0" spc="0" dirty="0">
                          <a:solidFill>
                            <a:srgbClr val="000000"/>
                          </a:solidFill>
                          <a:effectLst/>
                        </a:rPr>
                        <a:t>표 전체 입력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37/67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8/14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30/70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105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52.5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80 (40.0)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4176279345"/>
                  </a:ext>
                </a:extLst>
              </a:tr>
            </a:tbl>
          </a:graphicData>
        </a:graphic>
      </p:graphicFrame>
      <p:sp>
        <p:nvSpPr>
          <p:cNvPr id="30" name="각주 30"/>
          <p:cNvSpPr txBox="1"/>
          <p:nvPr/>
        </p:nvSpPr>
        <p:spPr>
          <a:xfrm>
            <a:off x="677162" y="5150000"/>
            <a:ext cx="10837675" cy="2923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300" dirty="0">
                <a:solidFill>
                  <a:srgbClr val="404040"/>
                </a:solidFill>
              </a:rPr>
              <a:t>맞힌 수·정확도 열은 논문 4.2.2절 채점 기준(조회 문항 표기 차이 허용), 공식 채점 열은 MultiHiertt 공식 채점 규칙만 적용한 결과.</a:t>
            </a:r>
          </a:p>
        </p:txBody>
      </p:sp>
    </p:spTree>
    <p:extLst>
      <p:ext uri="{BB962C8B-B14F-4D97-AF65-F5344CB8AC3E}">
        <p14:creationId xmlns:p14="http://schemas.microsoft.com/office/powerpoint/2010/main" val="1081116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6A3F-40BF-3E70-D46C-E197C6EB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88D3C-EA05-AF54-2446-6355A71E1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 </a:t>
            </a:r>
          </a:p>
        </p:txBody>
      </p:sp>
    </p:spTree>
    <p:extLst>
      <p:ext uri="{BB962C8B-B14F-4D97-AF65-F5344CB8AC3E}">
        <p14:creationId xmlns:p14="http://schemas.microsoft.com/office/powerpoint/2010/main" val="296510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21AE-6633-F3CC-6B60-E99E8A35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D919F-84ED-8277-0FEF-CB53502B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0CC2D6-BAE2-71CA-B777-D368D6D1F2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dirty="0"/>
              <a:t>셀 문장 검색 단위는 문항당 20셀을 입력하여 재현율 93.9%, 셀 정밀도 11.0%를 기록함 (LangChain 청크: 126.8셀, 99.4%, 2.0%)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800" dirty="0"/>
              <a:t>답변 정확도 57.5%: LangChain 청크 39.5%, RAPTOR 38.5%, TableRAG(Chen) 13.5% 대비 유의하게 높고, TableRAG(Yu) 53.5% 대비 </a:t>
            </a:r>
            <a:r>
              <a:rPr lang="en-US" altLang="ko-KR" sz="1800" dirty="0"/>
              <a:t>4.0%p</a:t>
            </a:r>
            <a:r>
              <a:rPr lang="ko-KR" altLang="en-US" sz="1800" dirty="0"/>
              <a:t> 높음 </a:t>
            </a:r>
            <a:endParaRPr lang="en-US" altLang="ko-KR" sz="1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800" dirty="0"/>
              <a:t>색인에서 머리글 경로를 제거하면 재현율@20이 93.9%에서 24.7%로, 답변 정확도가 57.5%에서 16.5%로 하락함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한계: </a:t>
            </a:r>
            <a:r>
              <a:rPr lang="ko-KR" altLang="en-US" sz="1800" dirty="0"/>
              <a:t>답변 정확도 차이가 입력 셀 수 감소와 머리글 결합 형식 중 어느 요인에서 발생하는지 분리되지 않음</a:t>
            </a:r>
          </a:p>
          <a:p>
            <a:pPr marL="1143000" lvl="1" indent="-457200">
              <a:spcBef>
                <a:spcPts val="300"/>
              </a:spcBef>
              <a:buFontTx/>
              <a:buChar char="-"/>
            </a:pPr>
            <a:r>
              <a:rPr lang="ko-KR" altLang="en-US" sz="1600" dirty="0"/>
              <a:t>후속 실험: 형식(셀 문장/마크다운) × </a:t>
            </a:r>
            <a:r>
              <a:rPr lang="ko-KR" altLang="en-US" sz="1600" dirty="0" err="1"/>
              <a:t>입력량</a:t>
            </a:r>
            <a:r>
              <a:rPr lang="ko-KR" altLang="en-US" sz="1600" dirty="0"/>
              <a:t>(상위 20셀/문서 전체) 2×2 비교, 답변 정확도 문항 수 확대</a:t>
            </a:r>
          </a:p>
        </p:txBody>
      </p:sp>
    </p:spTree>
    <p:extLst>
      <p:ext uri="{BB962C8B-B14F-4D97-AF65-F5344CB8AC3E}">
        <p14:creationId xmlns:p14="http://schemas.microsoft.com/office/powerpoint/2010/main" val="215618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1365</Words>
  <Application>Microsoft Office PowerPoint</Application>
  <PresentationFormat>와이드스크린</PresentationFormat>
  <Paragraphs>316</Paragraphs>
  <Slides>19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ADLaM Display</vt:lpstr>
      <vt:lpstr>Arial</vt:lpstr>
      <vt:lpstr>Cambria Math</vt:lpstr>
      <vt:lpstr>Consolas</vt:lpstr>
      <vt:lpstr>Office 테마</vt:lpstr>
      <vt:lpstr>계층형 표 문서의  셀 문장 검색 단위 기반 RAG</vt:lpstr>
      <vt:lpstr>목차</vt:lpstr>
      <vt:lpstr>서론</vt:lpstr>
      <vt:lpstr>연구 배경</vt:lpstr>
      <vt:lpstr>연구 목표</vt:lpstr>
      <vt:lpstr>설계 및 구현</vt:lpstr>
      <vt:lpstr>시스템 구조 </vt:lpstr>
      <vt:lpstr>머리글 경로 구성</vt:lpstr>
      <vt:lpstr>셀 문장 생성</vt:lpstr>
      <vt:lpstr>유사도 계산 예시</vt:lpstr>
      <vt:lpstr>실험 및 평가</vt:lpstr>
      <vt:lpstr>실험 환경</vt:lpstr>
      <vt:lpstr>실험 방법</vt:lpstr>
      <vt:lpstr>평가 지표</vt:lpstr>
      <vt:lpstr>실험 결과</vt:lpstr>
      <vt:lpstr>실험 결과</vt:lpstr>
      <vt:lpstr>실험 결과</vt:lpstr>
      <vt:lpstr>결론 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손한기</dc:creator>
  <cp:lastModifiedBy>유권환</cp:lastModifiedBy>
  <cp:revision>26</cp:revision>
  <dcterms:created xsi:type="dcterms:W3CDTF">2018-05-25T08:44:55Z</dcterms:created>
  <dcterms:modified xsi:type="dcterms:W3CDTF">2026-09-30T21:11:33Z</dcterms:modified>
  <cp:version/>
</cp:coreProperties>
</file>